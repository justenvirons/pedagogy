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2" r:id="rId2"/>
    <p:sldId id="256" r:id="rId3"/>
    <p:sldId id="259" r:id="rId4"/>
    <p:sldId id="263" r:id="rId5"/>
    <p:sldId id="264" r:id="rId6"/>
    <p:sldId id="265"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7" d="100"/>
          <a:sy n="117" d="100"/>
        </p:scale>
        <p:origin x="35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Smith" userId="f635bcaf-d701-437b-bffd-1a8f160c01d9" providerId="ADAL" clId="{64AE7F29-9707-4987-A4F0-32A1DE1DF23B}"/>
    <pc:docChg chg="custSel addSld delSld modSld">
      <pc:chgData name="Christopher Smith" userId="f635bcaf-d701-437b-bffd-1a8f160c01d9" providerId="ADAL" clId="{64AE7F29-9707-4987-A4F0-32A1DE1DF23B}" dt="2023-02-09T00:52:31.482" v="1085" actId="20577"/>
      <pc:docMkLst>
        <pc:docMk/>
      </pc:docMkLst>
      <pc:sldChg chg="delSp modSp mod">
        <pc:chgData name="Christopher Smith" userId="f635bcaf-d701-437b-bffd-1a8f160c01d9" providerId="ADAL" clId="{64AE7F29-9707-4987-A4F0-32A1DE1DF23B}" dt="2023-02-09T00:50:31.229" v="951" actId="478"/>
        <pc:sldMkLst>
          <pc:docMk/>
          <pc:sldMk cId="1953362540" sldId="256"/>
        </pc:sldMkLst>
      </pc:sldChg>
      <pc:sldChg chg="delSp modSp mod">
        <pc:chgData name="Christopher Smith" userId="f635bcaf-d701-437b-bffd-1a8f160c01d9" providerId="ADAL" clId="{64AE7F29-9707-4987-A4F0-32A1DE1DF23B}" dt="2023-02-09T00:50:28.563" v="950" actId="478"/>
        <pc:sldMkLst>
          <pc:docMk/>
          <pc:sldMk cId="2074702340" sldId="259"/>
        </pc:sldMkLst>
      </pc:sldChg>
      <pc:sldChg chg="delSp modSp mod">
        <pc:chgData name="Christopher Smith" userId="f635bcaf-d701-437b-bffd-1a8f160c01d9" providerId="ADAL" clId="{64AE7F29-9707-4987-A4F0-32A1DE1DF23B}" dt="2023-02-09T00:50:34.004" v="952" actId="478"/>
        <pc:sldMkLst>
          <pc:docMk/>
          <pc:sldMk cId="2132968020" sldId="262"/>
        </pc:sldMkLst>
      </pc:sldChg>
      <pc:sldChg chg="modSp mod">
        <pc:chgData name="Christopher Smith" userId="f635bcaf-d701-437b-bffd-1a8f160c01d9" providerId="ADAL" clId="{64AE7F29-9707-4987-A4F0-32A1DE1DF23B}" dt="2023-02-09T00:50:22.378" v="949" actId="20577"/>
        <pc:sldMkLst>
          <pc:docMk/>
          <pc:sldMk cId="861082683" sldId="263"/>
        </pc:sldMkLst>
      </pc:sldChg>
      <pc:sldChg chg="delSp modSp mod">
        <pc:chgData name="Christopher Smith" userId="f635bcaf-d701-437b-bffd-1a8f160c01d9" providerId="ADAL" clId="{64AE7F29-9707-4987-A4F0-32A1DE1DF23B}" dt="2023-02-09T00:51:24.795" v="988" actId="478"/>
        <pc:sldMkLst>
          <pc:docMk/>
          <pc:sldMk cId="1054727087" sldId="264"/>
        </pc:sldMkLst>
      </pc:sldChg>
      <pc:sldChg chg="delSp add del setBg delDesignElem">
        <pc:chgData name="Christopher Smith" userId="f635bcaf-d701-437b-bffd-1a8f160c01d9" providerId="ADAL" clId="{64AE7F29-9707-4987-A4F0-32A1DE1DF23B}" dt="2023-02-09T00:51:30.687" v="991" actId="47"/>
        <pc:sldMkLst>
          <pc:docMk/>
          <pc:sldMk cId="29506700" sldId="265"/>
        </pc:sldMkLst>
      </pc:sldChg>
      <pc:sldChg chg="modSp add mod">
        <pc:chgData name="Christopher Smith" userId="f635bcaf-d701-437b-bffd-1a8f160c01d9" providerId="ADAL" clId="{64AE7F29-9707-4987-A4F0-32A1DE1DF23B}" dt="2023-02-09T00:52:31.482" v="1085" actId="20577"/>
        <pc:sldMkLst>
          <pc:docMk/>
          <pc:sldMk cId="1445061305" sldId="265"/>
        </pc:sldMkLst>
      </pc:sldChg>
    </pc:docChg>
  </pc:docChgLst>
  <pc:docChgLst>
    <pc:chgData name="Smith, Christopher" userId="55859027-47ff-4ec1-a263-656b30aeb6f0" providerId="ADAL" clId="{002B33B7-3C81-4108-9EA0-0F44EEBD009D}"/>
    <pc:docChg chg="custSel addSld delSld modSld sldOrd">
      <pc:chgData name="Smith, Christopher" userId="55859027-47ff-4ec1-a263-656b30aeb6f0" providerId="ADAL" clId="{002B33B7-3C81-4108-9EA0-0F44EEBD009D}" dt="2023-01-12T23:36:15.344" v="1136"/>
      <pc:docMkLst>
        <pc:docMk/>
      </pc:docMkLst>
      <pc:sldChg chg="addSp delSp modSp mod">
        <pc:chgData name="Smith, Christopher" userId="55859027-47ff-4ec1-a263-656b30aeb6f0" providerId="ADAL" clId="{002B33B7-3C81-4108-9EA0-0F44EEBD009D}" dt="2023-01-12T23:36:09.046" v="1135" actId="20577"/>
        <pc:sldMkLst>
          <pc:docMk/>
          <pc:sldMk cId="1953362540" sldId="256"/>
        </pc:sldMkLst>
      </pc:sldChg>
      <pc:sldChg chg="delSp add del setBg delDesignElem">
        <pc:chgData name="Smith, Christopher" userId="55859027-47ff-4ec1-a263-656b30aeb6f0" providerId="ADAL" clId="{002B33B7-3C81-4108-9EA0-0F44EEBD009D}" dt="2023-01-11T23:43:26.095" v="376" actId="47"/>
        <pc:sldMkLst>
          <pc:docMk/>
          <pc:sldMk cId="4059384977" sldId="257"/>
        </pc:sldMkLst>
      </pc:sldChg>
      <pc:sldChg chg="delSp add del setBg delDesignElem">
        <pc:chgData name="Smith, Christopher" userId="55859027-47ff-4ec1-a263-656b30aeb6f0" providerId="ADAL" clId="{002B33B7-3C81-4108-9EA0-0F44EEBD009D}" dt="2023-01-11T23:43:26.095" v="376" actId="47"/>
        <pc:sldMkLst>
          <pc:docMk/>
          <pc:sldMk cId="3712775001" sldId="258"/>
        </pc:sldMkLst>
      </pc:sldChg>
      <pc:sldChg chg="modSp mod">
        <pc:chgData name="Smith, Christopher" userId="55859027-47ff-4ec1-a263-656b30aeb6f0" providerId="ADAL" clId="{002B33B7-3C81-4108-9EA0-0F44EEBD009D}" dt="2023-01-12T23:36:15.344" v="1136"/>
        <pc:sldMkLst>
          <pc:docMk/>
          <pc:sldMk cId="2074702340" sldId="259"/>
        </pc:sldMkLst>
      </pc:sldChg>
      <pc:sldChg chg="addSp delSp modSp mod ord">
        <pc:chgData name="Smith, Christopher" userId="55859027-47ff-4ec1-a263-656b30aeb6f0" providerId="ADAL" clId="{002B33B7-3C81-4108-9EA0-0F44EEBD009D}" dt="2023-01-12T23:34:17.513" v="1062"/>
        <pc:sldMkLst>
          <pc:docMk/>
          <pc:sldMk cId="961719187" sldId="260"/>
        </pc:sldMkLst>
      </pc:sldChg>
      <pc:sldChg chg="addSp delSp modSp mod ord">
        <pc:chgData name="Smith, Christopher" userId="55859027-47ff-4ec1-a263-656b30aeb6f0" providerId="ADAL" clId="{002B33B7-3C81-4108-9EA0-0F44EEBD009D}" dt="2023-01-12T23:35:00.231" v="1082" actId="20577"/>
        <pc:sldMkLst>
          <pc:docMk/>
          <pc:sldMk cId="829931341" sldId="261"/>
        </pc:sldMkLst>
      </pc:sldChg>
      <pc:sldChg chg="addSp delSp add del setBg delDesignElem">
        <pc:chgData name="Smith, Christopher" userId="55859027-47ff-4ec1-a263-656b30aeb6f0" providerId="ADAL" clId="{002B33B7-3C81-4108-9EA0-0F44EEBD009D}" dt="2023-01-11T23:48:30.943" v="796"/>
        <pc:sldMkLst>
          <pc:docMk/>
          <pc:sldMk cId="3315713310" sldId="261"/>
        </pc:sldMkLst>
      </pc:sldChg>
      <pc:sldChg chg="addSp delSp add del setBg delDesignElem">
        <pc:chgData name="Smith, Christopher" userId="55859027-47ff-4ec1-a263-656b30aeb6f0" providerId="ADAL" clId="{002B33B7-3C81-4108-9EA0-0F44EEBD009D}" dt="2023-01-11T23:48:54.713" v="811"/>
        <pc:sldMkLst>
          <pc:docMk/>
          <pc:sldMk cId="1643557928" sldId="262"/>
        </pc:sldMkLst>
      </pc:sldChg>
      <pc:sldChg chg="delSp modSp mod ord">
        <pc:chgData name="Smith, Christopher" userId="55859027-47ff-4ec1-a263-656b30aeb6f0" providerId="ADAL" clId="{002B33B7-3C81-4108-9EA0-0F44EEBD009D}" dt="2023-01-12T23:34:14.254" v="1060"/>
        <pc:sldMkLst>
          <pc:docMk/>
          <pc:sldMk cId="2132968020" sldId="262"/>
        </pc:sldMkLst>
      </pc:sldChg>
      <pc:sldChg chg="addSp delSp add del setBg delDesignElem">
        <pc:chgData name="Smith, Christopher" userId="55859027-47ff-4ec1-a263-656b30aeb6f0" providerId="ADAL" clId="{002B33B7-3C81-4108-9EA0-0F44EEBD009D}" dt="2023-01-12T23:34:26.128" v="1067"/>
        <pc:sldMkLst>
          <pc:docMk/>
          <pc:sldMk cId="23284207" sldId="263"/>
        </pc:sldMkLst>
      </pc:sldChg>
      <pc:sldChg chg="modSp mod">
        <pc:chgData name="Smith, Christopher" userId="55859027-47ff-4ec1-a263-656b30aeb6f0" providerId="ADAL" clId="{002B33B7-3C81-4108-9EA0-0F44EEBD009D}" dt="2023-01-12T23:35:33.523" v="1105" actId="14100"/>
        <pc:sldMkLst>
          <pc:docMk/>
          <pc:sldMk cId="96501223" sldId="263"/>
        </pc:sldMkLst>
      </pc:sldChg>
      <pc:sldChg chg="del">
        <pc:chgData name="Smith, Christopher" userId="55859027-47ff-4ec1-a263-656b30aeb6f0" providerId="ADAL" clId="{002B33B7-3C81-4108-9EA0-0F44EEBD009D}" dt="2023-01-11T23:42:55.208" v="368" actId="47"/>
        <pc:sldMkLst>
          <pc:docMk/>
          <pc:sldMk cId="465699591" sldId="264"/>
        </pc:sldMkLst>
      </pc:sldChg>
      <pc:sldChg chg="modSp mod">
        <pc:chgData name="Smith, Christopher" userId="55859027-47ff-4ec1-a263-656b30aeb6f0" providerId="ADAL" clId="{002B33B7-3C81-4108-9EA0-0F44EEBD009D}" dt="2023-01-12T23:35:50.036" v="1127" actId="14100"/>
        <pc:sldMkLst>
          <pc:docMk/>
          <pc:sldMk cId="925576105" sldId="264"/>
        </pc:sldMkLst>
      </pc:sldChg>
      <pc:sldChg chg="del">
        <pc:chgData name="Smith, Christopher" userId="55859027-47ff-4ec1-a263-656b30aeb6f0" providerId="ADAL" clId="{002B33B7-3C81-4108-9EA0-0F44EEBD009D}" dt="2023-01-11T23:42:55.208" v="368" actId="47"/>
        <pc:sldMkLst>
          <pc:docMk/>
          <pc:sldMk cId="3352359393" sldId="265"/>
        </pc:sldMkLst>
      </pc:sldChg>
      <pc:sldChg chg="del">
        <pc:chgData name="Smith, Christopher" userId="55859027-47ff-4ec1-a263-656b30aeb6f0" providerId="ADAL" clId="{002B33B7-3C81-4108-9EA0-0F44EEBD009D}" dt="2023-01-11T23:42:55.208" v="368" actId="47"/>
        <pc:sldMkLst>
          <pc:docMk/>
          <pc:sldMk cId="2355683569" sldId="266"/>
        </pc:sldMkLst>
      </pc:sldChg>
      <pc:sldChg chg="del">
        <pc:chgData name="Smith, Christopher" userId="55859027-47ff-4ec1-a263-656b30aeb6f0" providerId="ADAL" clId="{002B33B7-3C81-4108-9EA0-0F44EEBD009D}" dt="2023-01-11T23:42:55.208" v="368" actId="47"/>
        <pc:sldMkLst>
          <pc:docMk/>
          <pc:sldMk cId="1657430444" sldId="267"/>
        </pc:sldMkLst>
      </pc:sldChg>
      <pc:sldChg chg="del">
        <pc:chgData name="Smith, Christopher" userId="55859027-47ff-4ec1-a263-656b30aeb6f0" providerId="ADAL" clId="{002B33B7-3C81-4108-9EA0-0F44EEBD009D}" dt="2023-01-11T23:42:55.208" v="368" actId="47"/>
        <pc:sldMkLst>
          <pc:docMk/>
          <pc:sldMk cId="2881464110" sldId="268"/>
        </pc:sldMkLst>
      </pc:sldChg>
    </pc:docChg>
  </pc:docChgLst>
  <pc:docChgLst>
    <pc:chgData name="Smith, Christopher" userId="55859027-47ff-4ec1-a263-656b30aeb6f0" providerId="ADAL" clId="{ABC1F8D7-EA66-4D2F-827B-EE7DC2DAC37F}"/>
    <pc:docChg chg="custSel addSld delSld modSld">
      <pc:chgData name="Smith, Christopher" userId="55859027-47ff-4ec1-a263-656b30aeb6f0" providerId="ADAL" clId="{ABC1F8D7-EA66-4D2F-827B-EE7DC2DAC37F}" dt="2023-01-25T23:26:50.953" v="2525" actId="1035"/>
      <pc:docMkLst>
        <pc:docMk/>
      </pc:docMkLst>
      <pc:sldChg chg="addSp delSp modSp mod">
        <pc:chgData name="Smith, Christopher" userId="55859027-47ff-4ec1-a263-656b30aeb6f0" providerId="ADAL" clId="{ABC1F8D7-EA66-4D2F-827B-EE7DC2DAC37F}" dt="2023-01-25T23:18:37.444" v="1268" actId="20577"/>
        <pc:sldMkLst>
          <pc:docMk/>
          <pc:sldMk cId="1953362540" sldId="256"/>
        </pc:sldMkLst>
      </pc:sldChg>
      <pc:sldChg chg="addSp delSp modSp mod">
        <pc:chgData name="Smith, Christopher" userId="55859027-47ff-4ec1-a263-656b30aeb6f0" providerId="ADAL" clId="{ABC1F8D7-EA66-4D2F-827B-EE7DC2DAC37F}" dt="2023-01-25T23:20:51.529" v="1589" actId="20577"/>
        <pc:sldMkLst>
          <pc:docMk/>
          <pc:sldMk cId="2074702340" sldId="259"/>
        </pc:sldMkLst>
      </pc:sldChg>
      <pc:sldChg chg="modSp del">
        <pc:chgData name="Smith, Christopher" userId="55859027-47ff-4ec1-a263-656b30aeb6f0" providerId="ADAL" clId="{ABC1F8D7-EA66-4D2F-827B-EE7DC2DAC37F}" dt="2023-01-25T23:07:12.224" v="619" actId="47"/>
        <pc:sldMkLst>
          <pc:docMk/>
          <pc:sldMk cId="961719187" sldId="260"/>
        </pc:sldMkLst>
      </pc:sldChg>
      <pc:sldChg chg="modSp del">
        <pc:chgData name="Smith, Christopher" userId="55859027-47ff-4ec1-a263-656b30aeb6f0" providerId="ADAL" clId="{ABC1F8D7-EA66-4D2F-827B-EE7DC2DAC37F}" dt="2023-01-25T23:07:18.090" v="620" actId="47"/>
        <pc:sldMkLst>
          <pc:docMk/>
          <pc:sldMk cId="829931341" sldId="261"/>
        </pc:sldMkLst>
      </pc:sldChg>
      <pc:sldChg chg="addSp modSp mod">
        <pc:chgData name="Smith, Christopher" userId="55859027-47ff-4ec1-a263-656b30aeb6f0" providerId="ADAL" clId="{ABC1F8D7-EA66-4D2F-827B-EE7DC2DAC37F}" dt="2023-01-25T23:13:39.887" v="778" actId="20577"/>
        <pc:sldMkLst>
          <pc:docMk/>
          <pc:sldMk cId="2132968020" sldId="262"/>
        </pc:sldMkLst>
      </pc:sldChg>
      <pc:sldChg chg="modSp del">
        <pc:chgData name="Smith, Christopher" userId="55859027-47ff-4ec1-a263-656b30aeb6f0" providerId="ADAL" clId="{ABC1F8D7-EA66-4D2F-827B-EE7DC2DAC37F}" dt="2023-01-25T23:07:18.090" v="620" actId="47"/>
        <pc:sldMkLst>
          <pc:docMk/>
          <pc:sldMk cId="96501223" sldId="263"/>
        </pc:sldMkLst>
      </pc:sldChg>
      <pc:sldChg chg="delSp modSp mod">
        <pc:chgData name="Smith, Christopher" userId="55859027-47ff-4ec1-a263-656b30aeb6f0" providerId="ADAL" clId="{ABC1F8D7-EA66-4D2F-827B-EE7DC2DAC37F}" dt="2023-01-25T23:22:59.856" v="1783" actId="478"/>
        <pc:sldMkLst>
          <pc:docMk/>
          <pc:sldMk cId="861082683" sldId="263"/>
        </pc:sldMkLst>
      </pc:sldChg>
      <pc:sldChg chg="delSp add del setBg delDesignElem">
        <pc:chgData name="Smith, Christopher" userId="55859027-47ff-4ec1-a263-656b30aeb6f0" providerId="ADAL" clId="{ABC1F8D7-EA66-4D2F-827B-EE7DC2DAC37F}" dt="2023-01-25T23:17:25.388" v="1152" actId="47"/>
        <pc:sldMkLst>
          <pc:docMk/>
          <pc:sldMk cId="2726052086" sldId="263"/>
        </pc:sldMkLst>
      </pc:sldChg>
      <pc:sldChg chg="delSp add del setBg delDesignElem">
        <pc:chgData name="Smith, Christopher" userId="55859027-47ff-4ec1-a263-656b30aeb6f0" providerId="ADAL" clId="{ABC1F8D7-EA66-4D2F-827B-EE7DC2DAC37F}" dt="2023-01-25T23:21:07.019" v="1592" actId="47"/>
        <pc:sldMkLst>
          <pc:docMk/>
          <pc:sldMk cId="3558408201" sldId="263"/>
        </pc:sldMkLst>
      </pc:sldChg>
      <pc:sldChg chg="delSp add del setBg delDesignElem">
        <pc:chgData name="Smith, Christopher" userId="55859027-47ff-4ec1-a263-656b30aeb6f0" providerId="ADAL" clId="{ABC1F8D7-EA66-4D2F-827B-EE7DC2DAC37F}" dt="2023-01-25T23:22:49.781" v="1781" actId="47"/>
        <pc:sldMkLst>
          <pc:docMk/>
          <pc:sldMk cId="538453130" sldId="264"/>
        </pc:sldMkLst>
      </pc:sldChg>
      <pc:sldChg chg="modSp del">
        <pc:chgData name="Smith, Christopher" userId="55859027-47ff-4ec1-a263-656b30aeb6f0" providerId="ADAL" clId="{ABC1F8D7-EA66-4D2F-827B-EE7DC2DAC37F}" dt="2023-01-25T23:07:18.090" v="620" actId="47"/>
        <pc:sldMkLst>
          <pc:docMk/>
          <pc:sldMk cId="925576105" sldId="264"/>
        </pc:sldMkLst>
      </pc:sldChg>
      <pc:sldChg chg="delSp modSp add mod">
        <pc:chgData name="Smith, Christopher" userId="55859027-47ff-4ec1-a263-656b30aeb6f0" providerId="ADAL" clId="{ABC1F8D7-EA66-4D2F-827B-EE7DC2DAC37F}" dt="2023-01-25T23:26:50.953" v="2525" actId="1035"/>
        <pc:sldMkLst>
          <pc:docMk/>
          <pc:sldMk cId="1054727087" sldId="264"/>
        </pc:sldMkLst>
      </pc:sldChg>
    </pc:docChg>
  </pc:docChgLst>
  <pc:docChgLst>
    <pc:chgData name="Smith, Christopher" userId="55859027-47ff-4ec1-a263-656b30aeb6f0" providerId="ADAL" clId="{FA5F1705-F812-41BF-8D57-C7930690349D}"/>
    <pc:docChg chg="addSld modSld sldOrd">
      <pc:chgData name="Smith, Christopher" userId="55859027-47ff-4ec1-a263-656b30aeb6f0" providerId="ADAL" clId="{FA5F1705-F812-41BF-8D57-C7930690349D}" dt="2022-10-12T21:16:12.066" v="4" actId="1076"/>
      <pc:docMkLst>
        <pc:docMk/>
      </pc:docMkLst>
      <pc:sldChg chg="addSp modSp mod">
        <pc:chgData name="Smith, Christopher" userId="55859027-47ff-4ec1-a263-656b30aeb6f0" providerId="ADAL" clId="{FA5F1705-F812-41BF-8D57-C7930690349D}" dt="2022-10-12T21:16:12.066" v="4" actId="1076"/>
        <pc:sldMkLst>
          <pc:docMk/>
          <pc:sldMk cId="1953362540" sldId="256"/>
        </pc:sldMkLst>
      </pc:sldChg>
      <pc:sldChg chg="add ord">
        <pc:chgData name="Smith, Christopher" userId="55859027-47ff-4ec1-a263-656b30aeb6f0" providerId="ADAL" clId="{FA5F1705-F812-41BF-8D57-C7930690349D}" dt="2022-10-12T20:57:06.962" v="2"/>
        <pc:sldMkLst>
          <pc:docMk/>
          <pc:sldMk cId="1657430444" sldId="267"/>
        </pc:sldMkLst>
      </pc:sldChg>
    </pc:docChg>
  </pc:docChgLst>
  <pc:docChgLst>
    <pc:chgData name="Smith, Christopher" userId="f635bcaf-d701-437b-bffd-1a8f160c01d9" providerId="ADAL" clId="{D4B9E1DF-76A9-4D6C-8AC6-14EDF24239D7}"/>
    <pc:docChg chg="modSld">
      <pc:chgData name="Smith, Christopher" userId="f635bcaf-d701-437b-bffd-1a8f160c01d9" providerId="ADAL" clId="{D4B9E1DF-76A9-4D6C-8AC6-14EDF24239D7}" dt="2025-01-22T12:08:18.954" v="4" actId="20577"/>
      <pc:docMkLst>
        <pc:docMk/>
      </pc:docMkLst>
      <pc:sldChg chg="modSp mod">
        <pc:chgData name="Smith, Christopher" userId="f635bcaf-d701-437b-bffd-1a8f160c01d9" providerId="ADAL" clId="{D4B9E1DF-76A9-4D6C-8AC6-14EDF24239D7}" dt="2025-01-22T12:08:18.954" v="4" actId="20577"/>
        <pc:sldMkLst>
          <pc:docMk/>
          <pc:sldMk cId="1445061305" sldId="265"/>
        </pc:sldMkLst>
        <pc:spChg chg="mod">
          <ac:chgData name="Smith, Christopher" userId="f635bcaf-d701-437b-bffd-1a8f160c01d9" providerId="ADAL" clId="{D4B9E1DF-76A9-4D6C-8AC6-14EDF24239D7}" dt="2025-01-22T12:08:18.954" v="4" actId="20577"/>
          <ac:spMkLst>
            <pc:docMk/>
            <pc:sldMk cId="1445061305" sldId="265"/>
            <ac:spMk id="6" creationId="{85F31718-A3B4-621F-29DD-333474CDAAB9}"/>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77348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8D38747-4367-4BD2-8D51-C97E202738E2}" type="datetime1">
              <a:rPr lang="en-US" smtClean="0"/>
              <a:t>1/22/2025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5702468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C55A3C-5767-4844-A0A3-83778C2E5409}" type="datetime1">
              <a:rPr lang="en-US" smtClean="0"/>
              <a:t>1/22/2025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743745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763439"/>
            <a:ext cx="9590550" cy="133349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AE507A8-A5CF-4D38-AB86-7EDDA87A85D4}" type="datetime1">
              <a:rPr lang="en-US" smtClean="0"/>
              <a:t>1/22/2025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7893470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2" cy="126187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2076450"/>
            <a:ext cx="4856841" cy="362267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0716" y="2076451"/>
            <a:ext cx="4856841" cy="3622672"/>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DFCD27C-8599-43EF-BA1D-14DDC1946E06}" type="datetime1">
              <a:rPr lang="en-US" smtClean="0"/>
              <a:t>1/22/2025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23707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a:extLst>
              <a:ext uri="{FF2B5EF4-FFF2-40B4-BE49-F238E27FC236}">
                <a16:creationId xmlns:a16="http://schemas.microsoft.com/office/drawing/2014/main" id="{37B721FF-D609-4D98-9D19-CF75AA8A5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29200" cy="4099959"/>
          </a:xfrm>
          <a:prstGeom prst="rect">
            <a:avLst/>
          </a:prstGeom>
        </p:spPr>
      </p:pic>
      <p:pic>
        <p:nvPicPr>
          <p:cNvPr id="21" name="Picture 20" descr="Slate-V2-HD-compPhotoInset.png">
            <a:extLst>
              <a:ext uri="{FF2B5EF4-FFF2-40B4-BE49-F238E27FC236}">
                <a16:creationId xmlns:a16="http://schemas.microsoft.com/office/drawing/2014/main" id="{073936BD-C868-433F-8E84-D6DD8E640E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8357" y="1734506"/>
            <a:ext cx="5029200" cy="4099959"/>
          </a:xfrm>
          <a:prstGeom prst="rect">
            <a:avLst/>
          </a:prstGeom>
        </p:spPr>
      </p:pic>
      <p:sp>
        <p:nvSpPr>
          <p:cNvPr id="2" name="Title 1"/>
          <p:cNvSpPr>
            <a:spLocks noGrp="1"/>
          </p:cNvSpPr>
          <p:nvPr>
            <p:ph type="title"/>
          </p:nvPr>
        </p:nvSpPr>
        <p:spPr>
          <a:xfrm>
            <a:off x="913795" y="609600"/>
            <a:ext cx="10353762" cy="97045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46013" y="1855153"/>
            <a:ext cx="4764764" cy="69249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1046013" y="2702103"/>
            <a:ext cx="4764764"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363166" y="1855152"/>
            <a:ext cx="4779582" cy="692495"/>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363167" y="2702103"/>
            <a:ext cx="4779581"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49343D99-809A-49C0-96E5-4250D0B498EE}" type="datetime1">
              <a:rPr lang="en-US" smtClean="0"/>
              <a:t>1/22/2025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429143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143DE9B-B678-4EFB-BB7D-A4370204A0B0}" type="datetime1">
              <a:rPr lang="en-US" smtClean="0"/>
              <a:t>1/22/2025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942027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8812DA-F765-4142-A6A3-A8ED7235E082}" type="datetime1">
              <a:rPr lang="en-US" smtClean="0"/>
              <a:t>1/22/2025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063977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8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0800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673351"/>
            <a:ext cx="3706889" cy="301625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E0277FD-7DE6-41D4-930D-AC99F5AFE54E}" type="datetime1">
              <a:rPr lang="en-US" smtClean="0"/>
              <a:t>1/22/2025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50934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a:extLst>
              <a:ext uri="{FF2B5EF4-FFF2-40B4-BE49-F238E27FC236}">
                <a16:creationId xmlns:a16="http://schemas.microsoft.com/office/drawing/2014/main" id="{4D06E496-ACBA-4063-B4A1-C5C484EE5A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763701"/>
            <a:ext cx="5707899" cy="1675559"/>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73698" y="2679699"/>
            <a:ext cx="4588094" cy="3135695"/>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EA15526-7079-4B7B-987C-1B5FAE11A0FF}" type="datetime1">
              <a:rPr lang="en-US" smtClean="0"/>
              <a:t>1/22/2025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759223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a:extLst>
              <a:ext uri="{FF2B5EF4-FFF2-40B4-BE49-F238E27FC236}">
                <a16:creationId xmlns:a16="http://schemas.microsoft.com/office/drawing/2014/main" id="{CE39118B-B3AD-4BD4-BA22-DEFF4E76C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247728"/>
            <a:ext cx="10353762" cy="543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F1B079-7EF0-44EE-B798-BCC497C9F3B2}" type="datetime1">
              <a:rPr lang="en-US" smtClean="0"/>
              <a:t>1/22/2025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396051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normAutofit/>
          </a:bodyPr>
          <a:lstStyle>
            <a:lvl1pPr>
              <a:defRPr sz="40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8FF70A8-1D13-4657-95F0-A9EA54967B8D}" type="datetime1">
              <a:rPr lang="en-US" smtClean="0"/>
              <a:t>1/22/2025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8962332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1EB90AC-71BD-4C7F-8ACA-7B3F18292E63}" type="datetime1">
              <a:rPr lang="en-US" smtClean="0"/>
              <a:t>1/22/2025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
        <p:nvSpPr>
          <p:cNvPr id="11" name="TextBox 10">
            <a:extLst>
              <a:ext uri="{FF2B5EF4-FFF2-40B4-BE49-F238E27FC236}">
                <a16:creationId xmlns:a16="http://schemas.microsoft.com/office/drawing/2014/main" id="{223F0D53-0705-41B7-8554-09D21E7807F9}"/>
              </a:ext>
            </a:extLst>
          </p:cNvPr>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a:extLst>
              <a:ext uri="{FF2B5EF4-FFF2-40B4-BE49-F238E27FC236}">
                <a16:creationId xmlns:a16="http://schemas.microsoft.com/office/drawing/2014/main" id="{C7F647CD-0F1A-4BB3-89E0-A74F1E1B098D}"/>
              </a:ext>
            </a:extLst>
          </p:cNvPr>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30192416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E6EFC2C-8905-46F0-B443-CE905B76BA01}" type="datetime1">
              <a:rPr lang="en-US" smtClean="0"/>
              <a:t>1/22/2025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721841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3"/>
          <p:cNvSpPr>
            <a:spLocks noGrp="1"/>
          </p:cNvSpPr>
          <p:nvPr>
            <p:ph type="body" sz="half" idx="15"/>
          </p:nvPr>
        </p:nvSpPr>
        <p:spPr>
          <a:xfrm>
            <a:off x="91379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49"/>
            <a:ext cx="3300984" cy="764783"/>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0" name="Text Placeholder 3"/>
          <p:cNvSpPr>
            <a:spLocks noGrp="1"/>
          </p:cNvSpPr>
          <p:nvPr>
            <p:ph type="body" sz="half" idx="16"/>
          </p:nvPr>
        </p:nvSpPr>
        <p:spPr>
          <a:xfrm>
            <a:off x="444143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11" name="Text Placeholder 4"/>
          <p:cNvSpPr>
            <a:spLocks noGrp="1"/>
          </p:cNvSpPr>
          <p:nvPr>
            <p:ph type="body" sz="quarter" idx="13"/>
          </p:nvPr>
        </p:nvSpPr>
        <p:spPr>
          <a:xfrm>
            <a:off x="7966572"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2" name="Text Placeholder 3"/>
          <p:cNvSpPr>
            <a:spLocks noGrp="1"/>
          </p:cNvSpPr>
          <p:nvPr>
            <p:ph type="body" sz="half" idx="17"/>
          </p:nvPr>
        </p:nvSpPr>
        <p:spPr>
          <a:xfrm>
            <a:off x="7966572" y="2768110"/>
            <a:ext cx="3300984" cy="302308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D9079DC3-C9B5-499E-9140-0DC28B7074E2}" type="datetime1">
              <a:rPr lang="en-US" smtClean="0"/>
              <a:t>1/22/2025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33640458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a:extLst>
              <a:ext uri="{FF2B5EF4-FFF2-40B4-BE49-F238E27FC236}">
                <a16:creationId xmlns:a16="http://schemas.microsoft.com/office/drawing/2014/main" id="{7E87C569-D426-4615-ADA7-B370EA9834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a:extLst>
              <a:ext uri="{FF2B5EF4-FFF2-40B4-BE49-F238E27FC236}">
                <a16:creationId xmlns:a16="http://schemas.microsoft.com/office/drawing/2014/main" id="{7B353ED4-7AD0-46C9-88ED-1A16B1433A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a:extLst>
              <a:ext uri="{FF2B5EF4-FFF2-40B4-BE49-F238E27FC236}">
                <a16:creationId xmlns:a16="http://schemas.microsoft.com/office/drawing/2014/main" id="{F561D985-AD57-459A-B3A6-EBF2960397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572443"/>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BB33EA-E472-4D22-9C03-A9C14AA21CED}" type="datetime1">
              <a:rPr lang="en-US" smtClean="0"/>
              <a:t>1/22/2025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6063971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17E833E-1B6D-415F-AD29-75AE8C43BD0D}" type="datetime1">
              <a:rPr lang="en-US" smtClean="0"/>
              <a:t>1/22/2025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3769758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52596F-08A7-4B70-989A-F2B1CF31E66B}" type="datetime1">
              <a:rPr lang="en-US" smtClean="0"/>
              <a:t>1/22/2025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9606454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125730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2076450"/>
            <a:ext cx="10353762" cy="3714749"/>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6000749"/>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073ED0CC-082F-4160-86E5-0D6041F12778}" type="datetime1">
              <a:rPr lang="en-US" smtClean="0"/>
              <a:t>1/22/2025</a:t>
            </a:fld>
            <a:endParaRPr lang="en-US" dirty="0"/>
          </a:p>
        </p:txBody>
      </p:sp>
      <p:sp>
        <p:nvSpPr>
          <p:cNvPr id="5" name="Footer Placeholder 4"/>
          <p:cNvSpPr>
            <a:spLocks noGrp="1"/>
          </p:cNvSpPr>
          <p:nvPr>
            <p:ph type="ftr" sz="quarter" idx="3"/>
          </p:nvPr>
        </p:nvSpPr>
        <p:spPr>
          <a:xfrm>
            <a:off x="913795" y="6000749"/>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dirty="0"/>
          </a:p>
        </p:txBody>
      </p:sp>
      <p:sp>
        <p:nvSpPr>
          <p:cNvPr id="6" name="Slide Number Placeholder 5"/>
          <p:cNvSpPr>
            <a:spLocks noGrp="1"/>
          </p:cNvSpPr>
          <p:nvPr>
            <p:ph type="sldNum" sz="quarter" idx="4"/>
          </p:nvPr>
        </p:nvSpPr>
        <p:spPr>
          <a:xfrm>
            <a:off x="10514011" y="6000749"/>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857204451"/>
      </p:ext>
    </p:extLst>
  </p:cSld>
  <p:clrMap bg1="dk1" tx1="lt1" bg2="dk2" tx2="lt2" accent1="accent1" accent2="accent2" accent3="accent3" accent4="accent4" accent5="accent5" accent6="accent6" hlink="hlink" folHlink="folHlink"/>
  <p:sldLayoutIdLst>
    <p:sldLayoutId id="2147483677" r:id="rId1"/>
    <p:sldLayoutId id="2147483676" r:id="rId2"/>
    <p:sldLayoutId id="2147483675" r:id="rId3"/>
    <p:sldLayoutId id="2147483674" r:id="rId4"/>
    <p:sldLayoutId id="2147483673" r:id="rId5"/>
    <p:sldLayoutId id="2147483672" r:id="rId6"/>
    <p:sldLayoutId id="2147483671" r:id="rId7"/>
    <p:sldLayoutId id="2147483670" r:id="rId8"/>
    <p:sldLayoutId id="2147483669" r:id="rId9"/>
    <p:sldLayoutId id="2147483668" r:id="rId10"/>
    <p:sldLayoutId id="2147483661" r:id="rId11"/>
    <p:sldLayoutId id="2147483662" r:id="rId12"/>
    <p:sldLayoutId id="2147483663" r:id="rId13"/>
    <p:sldLayoutId id="2147483664" r:id="rId14"/>
    <p:sldLayoutId id="2147483665" r:id="rId15"/>
    <p:sldLayoutId id="2147483666" r:id="rId16"/>
    <p:sldLayoutId id="2147483667" r:id="rId17"/>
  </p:sldLayoutIdLst>
  <p:hf sldNum="0" hdr="0" ftr="0" dt="0"/>
  <p:txStyles>
    <p:titleStyle>
      <a:lvl1pPr algn="ctr" defTabSz="457200" rtl="0" eaLnBrk="1" latinLnBrk="0" hangingPunct="1">
        <a:lnSpc>
          <a:spcPct val="100000"/>
        </a:lnSpc>
        <a:spcBef>
          <a:spcPct val="0"/>
        </a:spcBef>
        <a:buNone/>
        <a:defRPr sz="4000" i="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lnSpc>
          <a:spcPct val="100000"/>
        </a:lnSpc>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E70A317-DCED-4E80-AA2D-467D8702E5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sto MT" panose="02040603050505030304"/>
              <a:ea typeface="+mn-ea"/>
              <a:cs typeface="+mn-cs"/>
            </a:endParaRPr>
          </a:p>
        </p:txBody>
      </p:sp>
      <p:sp>
        <p:nvSpPr>
          <p:cNvPr id="4" name="TextBox 3">
            <a:extLst>
              <a:ext uri="{FF2B5EF4-FFF2-40B4-BE49-F238E27FC236}">
                <a16:creationId xmlns:a16="http://schemas.microsoft.com/office/drawing/2014/main" id="{6FDEFC58-389A-49FA-BE63-20EA0C26EABD}"/>
              </a:ext>
            </a:extLst>
          </p:cNvPr>
          <p:cNvSpPr txBox="1"/>
          <p:nvPr/>
        </p:nvSpPr>
        <p:spPr>
          <a:xfrm>
            <a:off x="861791" y="835383"/>
            <a:ext cx="3382832" cy="3499549"/>
          </a:xfrm>
          <a:prstGeom prst="rect">
            <a:avLst/>
          </a:prstGeom>
        </p:spPr>
        <p:txBody>
          <a:bodyPr vert="horz" lIns="91440" tIns="45720" rIns="91440" bIns="45720" rtlCol="0" anchor="b">
            <a:normAutofit/>
          </a:bodyPr>
          <a:lstStyle/>
          <a:p>
            <a:pPr marL="0" marR="0" lvl="0" indent="0" algn="l" defTabSz="457200" rtl="0" eaLnBrk="1" fontAlgn="auto" latinLnBrk="0" hangingPunct="1">
              <a:lnSpc>
                <a:spcPct val="90000"/>
              </a:lnSpc>
              <a:spcBef>
                <a:spcPct val="0"/>
              </a:spcBef>
              <a:spcAft>
                <a:spcPts val="600"/>
              </a:spcAft>
              <a:buClrTx/>
              <a:buSzTx/>
              <a:buFontTx/>
              <a:buNone/>
              <a:tabLst/>
              <a:defRPr/>
            </a:pPr>
            <a:r>
              <a:rPr kumimoji="0" lang="en-US" sz="2900" b="0" i="0" u="none" strike="noStrike" kern="1200" cap="none" spc="0" normalizeH="0" baseline="0" noProof="0" dirty="0">
                <a:ln>
                  <a:solidFill>
                    <a:prstClr val="black">
                      <a:lumMod val="75000"/>
                      <a:lumOff val="25000"/>
                      <a:alpha val="10000"/>
                    </a:prstClr>
                  </a:solidFill>
                </a:ln>
                <a:solidFill>
                  <a:srgbClr val="DADADA"/>
                </a:solidFill>
                <a:effectLst>
                  <a:outerShdw blurRad="9525" dist="25400" dir="14640000" algn="tl" rotWithShape="0">
                    <a:prstClr val="black">
                      <a:alpha val="30000"/>
                    </a:prstClr>
                  </a:outerShdw>
                </a:effectLst>
                <a:uLnTx/>
                <a:uFillTx/>
                <a:latin typeface="Calisto MT" panose="02040603050505030304"/>
                <a:ea typeface="+mn-ea"/>
                <a:cs typeface="+mn-cs"/>
              </a:rPr>
              <a:t>GEO 330 Sustainable Urban Transportation</a:t>
            </a:r>
          </a:p>
          <a:p>
            <a:pPr marL="0" marR="0" lvl="0" indent="0" algn="l" defTabSz="457200" rtl="0" eaLnBrk="1" fontAlgn="auto" latinLnBrk="0" hangingPunct="1">
              <a:lnSpc>
                <a:spcPct val="90000"/>
              </a:lnSpc>
              <a:spcBef>
                <a:spcPct val="0"/>
              </a:spcBef>
              <a:spcAft>
                <a:spcPts val="600"/>
              </a:spcAft>
              <a:buClrTx/>
              <a:buSzTx/>
              <a:buFontTx/>
              <a:buNone/>
              <a:tabLst/>
              <a:defRPr/>
            </a:pPr>
            <a:r>
              <a:rPr kumimoji="0" lang="en-US" sz="2900" b="0" i="0" u="none" strike="noStrike" kern="1200" cap="none" spc="0" normalizeH="0" baseline="0" noProof="0" dirty="0">
                <a:ln>
                  <a:solidFill>
                    <a:prstClr val="black">
                      <a:lumMod val="75000"/>
                      <a:lumOff val="25000"/>
                      <a:alpha val="10000"/>
                    </a:prstClr>
                  </a:solidFill>
                </a:ln>
                <a:solidFill>
                  <a:srgbClr val="DADADA"/>
                </a:solidFill>
                <a:effectLst>
                  <a:outerShdw blurRad="9525" dist="25400" dir="14640000" algn="tl" rotWithShape="0">
                    <a:prstClr val="black">
                      <a:alpha val="30000"/>
                    </a:prstClr>
                  </a:outerShdw>
                </a:effectLst>
                <a:uLnTx/>
                <a:uFillTx/>
                <a:latin typeface="Calisto MT" panose="02040603050505030304"/>
                <a:ea typeface="+mn-ea"/>
                <a:cs typeface="+mn-cs"/>
              </a:rPr>
              <a:t>Exercise #2: Divvy Ridership Trends</a:t>
            </a:r>
          </a:p>
        </p:txBody>
      </p:sp>
      <p:sp>
        <p:nvSpPr>
          <p:cNvPr id="12" name="Rectangle 11">
            <a:extLst>
              <a:ext uri="{FF2B5EF4-FFF2-40B4-BE49-F238E27FC236}">
                <a16:creationId xmlns:a16="http://schemas.microsoft.com/office/drawing/2014/main" id="{A6D87845-294F-40CB-BC48-46455460D2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5671" y="0"/>
            <a:ext cx="753632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sto MT" panose="02040603050505030304"/>
              <a:ea typeface="+mn-ea"/>
              <a:cs typeface="+mn-cs"/>
            </a:endParaRPr>
          </a:p>
        </p:txBody>
      </p:sp>
      <p:sp>
        <p:nvSpPr>
          <p:cNvPr id="9" name="TextBox 8">
            <a:extLst>
              <a:ext uri="{FF2B5EF4-FFF2-40B4-BE49-F238E27FC236}">
                <a16:creationId xmlns:a16="http://schemas.microsoft.com/office/drawing/2014/main" id="{D87AC69C-C6CC-4FAB-A999-6457ACC399A4}"/>
              </a:ext>
            </a:extLst>
          </p:cNvPr>
          <p:cNvSpPr txBox="1"/>
          <p:nvPr/>
        </p:nvSpPr>
        <p:spPr>
          <a:xfrm>
            <a:off x="4845125" y="215240"/>
            <a:ext cx="7014643"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sto MT" panose="02040603050505030304"/>
                <a:cs typeface="Courier New" panose="02070309020205020404" pitchFamily="49" charset="0"/>
              </a:rPr>
              <a:t>In the space below to copy/paste/insert Figure 1 showing cumulative Divvy Trips over time.</a:t>
            </a:r>
            <a:endParaRPr kumimoji="0" lang="en-US" sz="1800" b="0" i="0" u="none" strike="noStrike" kern="1200" cap="none" spc="0" normalizeH="0" baseline="0" noProof="0" dirty="0">
              <a:ln>
                <a:noFill/>
              </a:ln>
              <a:solidFill>
                <a:prstClr val="black"/>
              </a:solidFill>
              <a:effectLst/>
              <a:uLnTx/>
              <a:uFillTx/>
              <a:latin typeface="Calisto MT" panose="02040603050505030304"/>
              <a:ea typeface="+mn-ea"/>
              <a:cs typeface="Courier New" panose="02070309020205020404" pitchFamily="49" charset="0"/>
            </a:endParaRPr>
          </a:p>
        </p:txBody>
      </p:sp>
      <p:sp>
        <p:nvSpPr>
          <p:cNvPr id="11" name="TextBox 10">
            <a:extLst>
              <a:ext uri="{FF2B5EF4-FFF2-40B4-BE49-F238E27FC236}">
                <a16:creationId xmlns:a16="http://schemas.microsoft.com/office/drawing/2014/main" id="{89BA7AD5-915D-404C-85FE-4A0CC7F14065}"/>
              </a:ext>
            </a:extLst>
          </p:cNvPr>
          <p:cNvSpPr txBox="1"/>
          <p:nvPr/>
        </p:nvSpPr>
        <p:spPr>
          <a:xfrm>
            <a:off x="4804486" y="4566221"/>
            <a:ext cx="7143049" cy="1477328"/>
          </a:xfrm>
          <a:prstGeom prst="rect">
            <a:avLst/>
          </a:prstGeom>
          <a:noFill/>
        </p:spPr>
        <p:txBody>
          <a:bodyPr wrap="square" rtlCol="0">
            <a:spAutoFit/>
          </a:bodyPr>
          <a:lstStyle>
            <a:defPPr>
              <a:defRPr lang="en-US"/>
            </a:defPPr>
            <a:lvl1pPr marR="0" lvl="0" indent="0" fontAlgn="auto">
              <a:lnSpc>
                <a:spcPct val="100000"/>
              </a:lnSpc>
              <a:spcBef>
                <a:spcPts val="0"/>
              </a:spcBef>
              <a:spcAft>
                <a:spcPts val="0"/>
              </a:spcAft>
              <a:buClrTx/>
              <a:buSzTx/>
              <a:buFontTx/>
              <a:buNone/>
              <a:tabLst/>
              <a:defRPr>
                <a:solidFill>
                  <a:prstClr val="black"/>
                </a:solidFill>
                <a:latin typeface="Calisto MT" panose="02040603050505030304"/>
                <a:cs typeface="Courier New" panose="02070309020205020404" pitchFamily="49" charset="0"/>
              </a:defRPr>
            </a:lvl1pPr>
          </a:lstStyle>
          <a:p>
            <a:r>
              <a:rPr lang="en-US" dirty="0"/>
              <a:t>Describe (in 2-3 sentences) the cumulative growth of Divvy ridership systemwide over the past decade. How many trips have been logged on Divvy system since its initial rollout? On what date did the system surpass 10 million trips? How long did it take before Divvy logged the next 10 million trips?</a:t>
            </a:r>
          </a:p>
        </p:txBody>
      </p:sp>
    </p:spTree>
    <p:extLst>
      <p:ext uri="{BB962C8B-B14F-4D97-AF65-F5344CB8AC3E}">
        <p14:creationId xmlns:p14="http://schemas.microsoft.com/office/powerpoint/2010/main" val="21329680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E70A317-DCED-4E80-AA2D-467D8702E5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6FDEFC58-389A-49FA-BE63-20EA0C26EABD}"/>
              </a:ext>
            </a:extLst>
          </p:cNvPr>
          <p:cNvSpPr txBox="1"/>
          <p:nvPr/>
        </p:nvSpPr>
        <p:spPr>
          <a:xfrm>
            <a:off x="861791" y="835383"/>
            <a:ext cx="3382832" cy="3499549"/>
          </a:xfrm>
          <a:prstGeom prst="rect">
            <a:avLst/>
          </a:prstGeom>
        </p:spPr>
        <p:txBody>
          <a:bodyPr vert="horz" lIns="91440" tIns="45720" rIns="91440" bIns="45720" rtlCol="0" anchor="b">
            <a:normAutofit/>
          </a:bodyPr>
          <a:lstStyle/>
          <a:p>
            <a:pPr defTabSz="457200">
              <a:lnSpc>
                <a:spcPct val="90000"/>
              </a:lnSpc>
              <a:spcBef>
                <a:spcPct val="0"/>
              </a:spcBef>
              <a:spcAft>
                <a:spcPts val="600"/>
              </a:spcAft>
            </a:pPr>
            <a:r>
              <a:rPr lang="en-US" sz="29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rPr>
              <a:t>GEO 330 Sustainable Urban Transportation</a:t>
            </a:r>
          </a:p>
          <a:p>
            <a:pPr defTabSz="457200">
              <a:lnSpc>
                <a:spcPct val="90000"/>
              </a:lnSpc>
              <a:spcBef>
                <a:spcPct val="0"/>
              </a:spcBef>
              <a:spcAft>
                <a:spcPts val="600"/>
              </a:spcAft>
            </a:pPr>
            <a:r>
              <a:rPr lang="en-US" sz="29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rPr>
              <a:t>Exercise #2: Divvy Ridership Trends</a:t>
            </a:r>
          </a:p>
        </p:txBody>
      </p:sp>
      <p:sp>
        <p:nvSpPr>
          <p:cNvPr id="12" name="Rectangle 11">
            <a:extLst>
              <a:ext uri="{FF2B5EF4-FFF2-40B4-BE49-F238E27FC236}">
                <a16:creationId xmlns:a16="http://schemas.microsoft.com/office/drawing/2014/main" id="{A6D87845-294F-40CB-BC48-46455460D2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5671" y="0"/>
            <a:ext cx="753632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6C353422-89E6-F3FF-06C2-B4E62917C837}"/>
              </a:ext>
            </a:extLst>
          </p:cNvPr>
          <p:cNvSpPr txBox="1"/>
          <p:nvPr/>
        </p:nvSpPr>
        <p:spPr>
          <a:xfrm>
            <a:off x="4845125" y="215240"/>
            <a:ext cx="701464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sto MT" panose="02040603050505030304"/>
                <a:cs typeface="Courier New" panose="02070309020205020404" pitchFamily="49" charset="0"/>
              </a:rPr>
              <a:t>In the space below to copy/paste/insert Figure 2.</a:t>
            </a:r>
            <a:endParaRPr kumimoji="0" lang="en-US" sz="1800" b="0" i="0" u="none" strike="noStrike" kern="1200" cap="none" spc="0" normalizeH="0" baseline="0" noProof="0" dirty="0">
              <a:ln>
                <a:noFill/>
              </a:ln>
              <a:solidFill>
                <a:prstClr val="black"/>
              </a:solidFill>
              <a:effectLst/>
              <a:uLnTx/>
              <a:uFillTx/>
              <a:latin typeface="Calisto MT" panose="02040603050505030304"/>
              <a:ea typeface="+mn-ea"/>
              <a:cs typeface="Courier New" panose="02070309020205020404" pitchFamily="49" charset="0"/>
            </a:endParaRPr>
          </a:p>
        </p:txBody>
      </p:sp>
      <p:sp>
        <p:nvSpPr>
          <p:cNvPr id="3" name="TextBox 2">
            <a:extLst>
              <a:ext uri="{FF2B5EF4-FFF2-40B4-BE49-F238E27FC236}">
                <a16:creationId xmlns:a16="http://schemas.microsoft.com/office/drawing/2014/main" id="{71FE71D2-603F-F2BB-5855-D83F6FACDC4E}"/>
              </a:ext>
            </a:extLst>
          </p:cNvPr>
          <p:cNvSpPr txBox="1"/>
          <p:nvPr/>
        </p:nvSpPr>
        <p:spPr>
          <a:xfrm>
            <a:off x="4804486" y="4566221"/>
            <a:ext cx="7143049" cy="1200329"/>
          </a:xfrm>
          <a:prstGeom prst="rect">
            <a:avLst/>
          </a:prstGeom>
          <a:noFill/>
        </p:spPr>
        <p:txBody>
          <a:bodyPr wrap="square" rtlCol="0">
            <a:spAutoFit/>
          </a:bodyPr>
          <a:lstStyle>
            <a:defPPr>
              <a:defRPr lang="en-US"/>
            </a:defPPr>
            <a:lvl1pPr marR="0" lvl="0" indent="0" fontAlgn="auto">
              <a:lnSpc>
                <a:spcPct val="100000"/>
              </a:lnSpc>
              <a:spcBef>
                <a:spcPts val="0"/>
              </a:spcBef>
              <a:spcAft>
                <a:spcPts val="0"/>
              </a:spcAft>
              <a:buClrTx/>
              <a:buSzTx/>
              <a:buFontTx/>
              <a:buNone/>
              <a:tabLst/>
              <a:defRPr>
                <a:solidFill>
                  <a:prstClr val="black"/>
                </a:solidFill>
                <a:latin typeface="Calisto MT" panose="02040603050505030304"/>
                <a:cs typeface="Courier New" panose="02070309020205020404" pitchFamily="49" charset="0"/>
              </a:defRPr>
            </a:lvl1pPr>
          </a:lstStyle>
          <a:p>
            <a:r>
              <a:rPr lang="en-US" dirty="0"/>
              <a:t>Note any patterns and/or variations you see in monthly ridership. What factors do you feel explain any differences in ridership by month? What other non-seasonal factors do you feel may have influenced ridership?  Support your findings by referencing statistics from the figure.</a:t>
            </a:r>
          </a:p>
        </p:txBody>
      </p:sp>
    </p:spTree>
    <p:extLst>
      <p:ext uri="{BB962C8B-B14F-4D97-AF65-F5344CB8AC3E}">
        <p14:creationId xmlns:p14="http://schemas.microsoft.com/office/powerpoint/2010/main" val="19533625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E70A317-DCED-4E80-AA2D-467D8702E5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sto MT" panose="02040603050505030304"/>
              <a:ea typeface="+mn-ea"/>
              <a:cs typeface="+mn-cs"/>
            </a:endParaRPr>
          </a:p>
        </p:txBody>
      </p:sp>
      <p:sp>
        <p:nvSpPr>
          <p:cNvPr id="4" name="TextBox 3">
            <a:extLst>
              <a:ext uri="{FF2B5EF4-FFF2-40B4-BE49-F238E27FC236}">
                <a16:creationId xmlns:a16="http://schemas.microsoft.com/office/drawing/2014/main" id="{6FDEFC58-389A-49FA-BE63-20EA0C26EABD}"/>
              </a:ext>
            </a:extLst>
          </p:cNvPr>
          <p:cNvSpPr txBox="1"/>
          <p:nvPr/>
        </p:nvSpPr>
        <p:spPr>
          <a:xfrm>
            <a:off x="861791" y="835383"/>
            <a:ext cx="3382832" cy="3499549"/>
          </a:xfrm>
          <a:prstGeom prst="rect">
            <a:avLst/>
          </a:prstGeom>
        </p:spPr>
        <p:txBody>
          <a:bodyPr vert="horz" lIns="91440" tIns="45720" rIns="91440" bIns="45720" rtlCol="0" anchor="b">
            <a:normAutofit/>
          </a:bodyPr>
          <a:lstStyle/>
          <a:p>
            <a:pPr marL="0" marR="0" lvl="0" indent="0" algn="l" defTabSz="457200" rtl="0" eaLnBrk="1" fontAlgn="auto" latinLnBrk="0" hangingPunct="1">
              <a:lnSpc>
                <a:spcPct val="90000"/>
              </a:lnSpc>
              <a:spcBef>
                <a:spcPct val="0"/>
              </a:spcBef>
              <a:spcAft>
                <a:spcPts val="600"/>
              </a:spcAft>
              <a:buClrTx/>
              <a:buSzTx/>
              <a:buFontTx/>
              <a:buNone/>
              <a:tabLst/>
              <a:defRPr/>
            </a:pPr>
            <a:r>
              <a:rPr kumimoji="0" lang="en-US" sz="2900" b="0" i="0" u="none" strike="noStrike" kern="1200" cap="none" spc="0" normalizeH="0" baseline="0" noProof="0" dirty="0">
                <a:ln>
                  <a:solidFill>
                    <a:prstClr val="black">
                      <a:lumMod val="75000"/>
                      <a:lumOff val="25000"/>
                      <a:alpha val="10000"/>
                    </a:prstClr>
                  </a:solidFill>
                </a:ln>
                <a:solidFill>
                  <a:srgbClr val="DADADA"/>
                </a:solidFill>
                <a:effectLst>
                  <a:outerShdw blurRad="9525" dist="25400" dir="14640000" algn="tl" rotWithShape="0">
                    <a:prstClr val="black">
                      <a:alpha val="30000"/>
                    </a:prstClr>
                  </a:outerShdw>
                </a:effectLst>
                <a:uLnTx/>
                <a:uFillTx/>
                <a:latin typeface="Calisto MT" panose="02040603050505030304"/>
                <a:ea typeface="+mn-ea"/>
                <a:cs typeface="+mn-cs"/>
              </a:rPr>
              <a:t>GEO 330 Sustainable Urban Transportation</a:t>
            </a:r>
          </a:p>
          <a:p>
            <a:pPr marL="0" marR="0" lvl="0" indent="0" algn="l" defTabSz="457200" rtl="0" eaLnBrk="1" fontAlgn="auto" latinLnBrk="0" hangingPunct="1">
              <a:lnSpc>
                <a:spcPct val="90000"/>
              </a:lnSpc>
              <a:spcBef>
                <a:spcPct val="0"/>
              </a:spcBef>
              <a:spcAft>
                <a:spcPts val="600"/>
              </a:spcAft>
              <a:buClrTx/>
              <a:buSzTx/>
              <a:buFontTx/>
              <a:buNone/>
              <a:tabLst/>
              <a:defRPr/>
            </a:pPr>
            <a:r>
              <a:rPr kumimoji="0" lang="en-US" sz="2900" b="0" i="0" u="none" strike="noStrike" kern="1200" cap="none" spc="0" normalizeH="0" baseline="0" noProof="0" dirty="0">
                <a:ln>
                  <a:solidFill>
                    <a:prstClr val="black">
                      <a:lumMod val="75000"/>
                      <a:lumOff val="25000"/>
                      <a:alpha val="10000"/>
                    </a:prstClr>
                  </a:solidFill>
                </a:ln>
                <a:solidFill>
                  <a:srgbClr val="DADADA"/>
                </a:solidFill>
                <a:effectLst>
                  <a:outerShdw blurRad="9525" dist="25400" dir="14640000" algn="tl" rotWithShape="0">
                    <a:prstClr val="black">
                      <a:alpha val="30000"/>
                    </a:prstClr>
                  </a:outerShdw>
                </a:effectLst>
                <a:uLnTx/>
                <a:uFillTx/>
                <a:latin typeface="Calisto MT" panose="02040603050505030304"/>
                <a:ea typeface="+mn-ea"/>
                <a:cs typeface="+mn-cs"/>
              </a:rPr>
              <a:t>Exercise #2: Divvy Ridership Trends</a:t>
            </a:r>
          </a:p>
        </p:txBody>
      </p:sp>
      <p:sp>
        <p:nvSpPr>
          <p:cNvPr id="12" name="Rectangle 11">
            <a:extLst>
              <a:ext uri="{FF2B5EF4-FFF2-40B4-BE49-F238E27FC236}">
                <a16:creationId xmlns:a16="http://schemas.microsoft.com/office/drawing/2014/main" id="{A6D87845-294F-40CB-BC48-46455460D2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5671" y="0"/>
            <a:ext cx="753632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sto MT" panose="02040603050505030304"/>
              <a:ea typeface="+mn-ea"/>
              <a:cs typeface="+mn-cs"/>
            </a:endParaRPr>
          </a:p>
        </p:txBody>
      </p:sp>
      <p:sp>
        <p:nvSpPr>
          <p:cNvPr id="6" name="TextBox 5">
            <a:extLst>
              <a:ext uri="{FF2B5EF4-FFF2-40B4-BE49-F238E27FC236}">
                <a16:creationId xmlns:a16="http://schemas.microsoft.com/office/drawing/2014/main" id="{85F31718-A3B4-621F-29DD-333474CDAAB9}"/>
              </a:ext>
            </a:extLst>
          </p:cNvPr>
          <p:cNvSpPr txBox="1"/>
          <p:nvPr/>
        </p:nvSpPr>
        <p:spPr>
          <a:xfrm>
            <a:off x="4845125" y="215240"/>
            <a:ext cx="701464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sto MT" panose="02040603050505030304"/>
                <a:cs typeface="Courier New" panose="02070309020205020404" pitchFamily="49" charset="0"/>
              </a:rPr>
              <a:t>In the space below to copy/paste/insert Figure 3.</a:t>
            </a:r>
            <a:endParaRPr kumimoji="0" lang="en-US" sz="1800" b="0" i="0" u="none" strike="noStrike" kern="1200" cap="none" spc="0" normalizeH="0" baseline="0" noProof="0" dirty="0">
              <a:ln>
                <a:noFill/>
              </a:ln>
              <a:solidFill>
                <a:prstClr val="black"/>
              </a:solidFill>
              <a:effectLst/>
              <a:uLnTx/>
              <a:uFillTx/>
              <a:latin typeface="Calisto MT" panose="02040603050505030304"/>
              <a:ea typeface="+mn-ea"/>
              <a:cs typeface="Courier New" panose="02070309020205020404" pitchFamily="49" charset="0"/>
            </a:endParaRPr>
          </a:p>
        </p:txBody>
      </p:sp>
      <p:sp>
        <p:nvSpPr>
          <p:cNvPr id="8" name="TextBox 7">
            <a:extLst>
              <a:ext uri="{FF2B5EF4-FFF2-40B4-BE49-F238E27FC236}">
                <a16:creationId xmlns:a16="http://schemas.microsoft.com/office/drawing/2014/main" id="{A6D699C6-DF86-5F46-D24B-11ED456A1CD6}"/>
              </a:ext>
            </a:extLst>
          </p:cNvPr>
          <p:cNvSpPr txBox="1"/>
          <p:nvPr/>
        </p:nvSpPr>
        <p:spPr>
          <a:xfrm>
            <a:off x="4804486" y="4566221"/>
            <a:ext cx="7143049" cy="923330"/>
          </a:xfrm>
          <a:prstGeom prst="rect">
            <a:avLst/>
          </a:prstGeom>
          <a:noFill/>
        </p:spPr>
        <p:txBody>
          <a:bodyPr wrap="square" rtlCol="0">
            <a:spAutoFit/>
          </a:bodyPr>
          <a:lstStyle>
            <a:defPPr>
              <a:defRPr lang="en-US"/>
            </a:defPPr>
            <a:lvl1pPr marR="0" lvl="0" indent="0" fontAlgn="auto">
              <a:lnSpc>
                <a:spcPct val="100000"/>
              </a:lnSpc>
              <a:spcBef>
                <a:spcPts val="0"/>
              </a:spcBef>
              <a:spcAft>
                <a:spcPts val="0"/>
              </a:spcAft>
              <a:buClrTx/>
              <a:buSzTx/>
              <a:buFontTx/>
              <a:buNone/>
              <a:tabLst/>
              <a:defRPr>
                <a:solidFill>
                  <a:prstClr val="black"/>
                </a:solidFill>
                <a:latin typeface="Calisto MT" panose="02040603050505030304"/>
                <a:cs typeface="Courier New" panose="02070309020205020404" pitchFamily="49" charset="0"/>
              </a:defRPr>
            </a:lvl1pPr>
          </a:lstStyle>
          <a:p>
            <a:r>
              <a:rPr lang="en-US" dirty="0"/>
              <a:t>Note any patterns and/or variations you see in daily ridership. What factors do you feel explain any daily differences in ridership? Support your findings by referencing statistics from the figure.</a:t>
            </a:r>
          </a:p>
        </p:txBody>
      </p:sp>
    </p:spTree>
    <p:extLst>
      <p:ext uri="{BB962C8B-B14F-4D97-AF65-F5344CB8AC3E}">
        <p14:creationId xmlns:p14="http://schemas.microsoft.com/office/powerpoint/2010/main" val="20747023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E70A317-DCED-4E80-AA2D-467D8702E5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sto MT" panose="02040603050505030304"/>
              <a:ea typeface="+mn-ea"/>
              <a:cs typeface="+mn-cs"/>
            </a:endParaRPr>
          </a:p>
        </p:txBody>
      </p:sp>
      <p:sp>
        <p:nvSpPr>
          <p:cNvPr id="4" name="TextBox 3">
            <a:extLst>
              <a:ext uri="{FF2B5EF4-FFF2-40B4-BE49-F238E27FC236}">
                <a16:creationId xmlns:a16="http://schemas.microsoft.com/office/drawing/2014/main" id="{6FDEFC58-389A-49FA-BE63-20EA0C26EABD}"/>
              </a:ext>
            </a:extLst>
          </p:cNvPr>
          <p:cNvSpPr txBox="1"/>
          <p:nvPr/>
        </p:nvSpPr>
        <p:spPr>
          <a:xfrm>
            <a:off x="861791" y="835383"/>
            <a:ext cx="3382832" cy="3499549"/>
          </a:xfrm>
          <a:prstGeom prst="rect">
            <a:avLst/>
          </a:prstGeom>
        </p:spPr>
        <p:txBody>
          <a:bodyPr vert="horz" lIns="91440" tIns="45720" rIns="91440" bIns="45720" rtlCol="0" anchor="b">
            <a:normAutofit/>
          </a:bodyPr>
          <a:lstStyle/>
          <a:p>
            <a:pPr marL="0" marR="0" lvl="0" indent="0" algn="l" defTabSz="457200" rtl="0" eaLnBrk="1" fontAlgn="auto" latinLnBrk="0" hangingPunct="1">
              <a:lnSpc>
                <a:spcPct val="90000"/>
              </a:lnSpc>
              <a:spcBef>
                <a:spcPct val="0"/>
              </a:spcBef>
              <a:spcAft>
                <a:spcPts val="600"/>
              </a:spcAft>
              <a:buClrTx/>
              <a:buSzTx/>
              <a:buFontTx/>
              <a:buNone/>
              <a:tabLst/>
              <a:defRPr/>
            </a:pPr>
            <a:r>
              <a:rPr kumimoji="0" lang="en-US" sz="2900" b="0" i="0" u="none" strike="noStrike" kern="1200" cap="none" spc="0" normalizeH="0" baseline="0" noProof="0" dirty="0">
                <a:ln>
                  <a:solidFill>
                    <a:prstClr val="black">
                      <a:lumMod val="75000"/>
                      <a:lumOff val="25000"/>
                      <a:alpha val="10000"/>
                    </a:prstClr>
                  </a:solidFill>
                </a:ln>
                <a:solidFill>
                  <a:srgbClr val="DADADA"/>
                </a:solidFill>
                <a:effectLst>
                  <a:outerShdw blurRad="9525" dist="25400" dir="14640000" algn="tl" rotWithShape="0">
                    <a:prstClr val="black">
                      <a:alpha val="30000"/>
                    </a:prstClr>
                  </a:outerShdw>
                </a:effectLst>
                <a:uLnTx/>
                <a:uFillTx/>
                <a:latin typeface="Calisto MT" panose="02040603050505030304"/>
                <a:ea typeface="+mn-ea"/>
                <a:cs typeface="+mn-cs"/>
              </a:rPr>
              <a:t>GEO 330 Sustainable Urban Transportation</a:t>
            </a:r>
          </a:p>
          <a:p>
            <a:pPr marL="0" marR="0" lvl="0" indent="0" algn="l" defTabSz="457200" rtl="0" eaLnBrk="1" fontAlgn="auto" latinLnBrk="0" hangingPunct="1">
              <a:lnSpc>
                <a:spcPct val="90000"/>
              </a:lnSpc>
              <a:spcBef>
                <a:spcPct val="0"/>
              </a:spcBef>
              <a:spcAft>
                <a:spcPts val="600"/>
              </a:spcAft>
              <a:buClrTx/>
              <a:buSzTx/>
              <a:buFontTx/>
              <a:buNone/>
              <a:tabLst/>
              <a:defRPr/>
            </a:pPr>
            <a:r>
              <a:rPr kumimoji="0" lang="en-US" sz="2900" b="0" i="0" u="none" strike="noStrike" kern="1200" cap="none" spc="0" normalizeH="0" baseline="0" noProof="0" dirty="0">
                <a:ln>
                  <a:solidFill>
                    <a:prstClr val="black">
                      <a:lumMod val="75000"/>
                      <a:lumOff val="25000"/>
                      <a:alpha val="10000"/>
                    </a:prstClr>
                  </a:solidFill>
                </a:ln>
                <a:solidFill>
                  <a:srgbClr val="DADADA"/>
                </a:solidFill>
                <a:effectLst>
                  <a:outerShdw blurRad="9525" dist="25400" dir="14640000" algn="tl" rotWithShape="0">
                    <a:prstClr val="black">
                      <a:alpha val="30000"/>
                    </a:prstClr>
                  </a:outerShdw>
                </a:effectLst>
                <a:uLnTx/>
                <a:uFillTx/>
                <a:latin typeface="Calisto MT" panose="02040603050505030304"/>
                <a:ea typeface="+mn-ea"/>
                <a:cs typeface="+mn-cs"/>
              </a:rPr>
              <a:t>Exercise #2: Divvy Ridership Trends</a:t>
            </a:r>
          </a:p>
        </p:txBody>
      </p:sp>
      <p:sp>
        <p:nvSpPr>
          <p:cNvPr id="12" name="Rectangle 11">
            <a:extLst>
              <a:ext uri="{FF2B5EF4-FFF2-40B4-BE49-F238E27FC236}">
                <a16:creationId xmlns:a16="http://schemas.microsoft.com/office/drawing/2014/main" id="{A6D87845-294F-40CB-BC48-46455460D2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5671" y="0"/>
            <a:ext cx="753632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sto MT" panose="02040603050505030304"/>
              <a:ea typeface="+mn-ea"/>
              <a:cs typeface="+mn-cs"/>
            </a:endParaRPr>
          </a:p>
        </p:txBody>
      </p:sp>
      <p:sp>
        <p:nvSpPr>
          <p:cNvPr id="6" name="TextBox 5">
            <a:extLst>
              <a:ext uri="{FF2B5EF4-FFF2-40B4-BE49-F238E27FC236}">
                <a16:creationId xmlns:a16="http://schemas.microsoft.com/office/drawing/2014/main" id="{85F31718-A3B4-621F-29DD-333474CDAAB9}"/>
              </a:ext>
            </a:extLst>
          </p:cNvPr>
          <p:cNvSpPr txBox="1"/>
          <p:nvPr/>
        </p:nvSpPr>
        <p:spPr>
          <a:xfrm>
            <a:off x="4845125" y="215240"/>
            <a:ext cx="701464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sto MT" panose="02040603050505030304"/>
                <a:ea typeface="+mn-ea"/>
                <a:cs typeface="Courier New" panose="02070309020205020404" pitchFamily="49" charset="0"/>
              </a:rPr>
              <a:t>In the space below to copy/paste/insert Figure 4.</a:t>
            </a:r>
          </a:p>
        </p:txBody>
      </p:sp>
      <p:sp>
        <p:nvSpPr>
          <p:cNvPr id="8" name="TextBox 7">
            <a:extLst>
              <a:ext uri="{FF2B5EF4-FFF2-40B4-BE49-F238E27FC236}">
                <a16:creationId xmlns:a16="http://schemas.microsoft.com/office/drawing/2014/main" id="{A6D699C6-DF86-5F46-D24B-11ED456A1CD6}"/>
              </a:ext>
            </a:extLst>
          </p:cNvPr>
          <p:cNvSpPr txBox="1"/>
          <p:nvPr/>
        </p:nvSpPr>
        <p:spPr>
          <a:xfrm>
            <a:off x="4804486" y="4566221"/>
            <a:ext cx="7143049" cy="1200329"/>
          </a:xfrm>
          <a:prstGeom prst="rect">
            <a:avLst/>
          </a:prstGeom>
          <a:noFill/>
        </p:spPr>
        <p:txBody>
          <a:bodyPr wrap="square" rtlCol="0">
            <a:spAutoFit/>
          </a:bodyPr>
          <a:lstStyle>
            <a:defPPr>
              <a:defRPr lang="en-US"/>
            </a:defPPr>
            <a:lvl1pPr marR="0" lvl="0" indent="0" fontAlgn="auto">
              <a:lnSpc>
                <a:spcPct val="100000"/>
              </a:lnSpc>
              <a:spcBef>
                <a:spcPts val="0"/>
              </a:spcBef>
              <a:spcAft>
                <a:spcPts val="0"/>
              </a:spcAft>
              <a:buClrTx/>
              <a:buSzTx/>
              <a:buFontTx/>
              <a:buNone/>
              <a:tabLst/>
              <a:defRPr>
                <a:solidFill>
                  <a:prstClr val="black"/>
                </a:solidFill>
                <a:latin typeface="Calisto MT" panose="02040603050505030304"/>
                <a:cs typeface="Courier New" panose="02070309020205020404"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sto MT" panose="02040603050505030304"/>
                <a:ea typeface="+mn-ea"/>
                <a:cs typeface="Courier New" panose="02070309020205020404" pitchFamily="49" charset="0"/>
              </a:rPr>
              <a:t>Note any patterns and/or variations you see in total ridership by community area. What factors do you feel explain differences in total and daily ridership? Support your findings by referencing statistics from the figure.</a:t>
            </a:r>
          </a:p>
        </p:txBody>
      </p:sp>
    </p:spTree>
    <p:extLst>
      <p:ext uri="{BB962C8B-B14F-4D97-AF65-F5344CB8AC3E}">
        <p14:creationId xmlns:p14="http://schemas.microsoft.com/office/powerpoint/2010/main" val="8610826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E70A317-DCED-4E80-AA2D-467D8702E5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sto MT" panose="02040603050505030304"/>
              <a:ea typeface="+mn-ea"/>
              <a:cs typeface="+mn-cs"/>
            </a:endParaRPr>
          </a:p>
        </p:txBody>
      </p:sp>
      <p:sp>
        <p:nvSpPr>
          <p:cNvPr id="4" name="TextBox 3">
            <a:extLst>
              <a:ext uri="{FF2B5EF4-FFF2-40B4-BE49-F238E27FC236}">
                <a16:creationId xmlns:a16="http://schemas.microsoft.com/office/drawing/2014/main" id="{6FDEFC58-389A-49FA-BE63-20EA0C26EABD}"/>
              </a:ext>
            </a:extLst>
          </p:cNvPr>
          <p:cNvSpPr txBox="1"/>
          <p:nvPr/>
        </p:nvSpPr>
        <p:spPr>
          <a:xfrm>
            <a:off x="861791" y="835383"/>
            <a:ext cx="3382832" cy="3499549"/>
          </a:xfrm>
          <a:prstGeom prst="rect">
            <a:avLst/>
          </a:prstGeom>
        </p:spPr>
        <p:txBody>
          <a:bodyPr vert="horz" lIns="91440" tIns="45720" rIns="91440" bIns="45720" rtlCol="0" anchor="b">
            <a:normAutofit/>
          </a:bodyPr>
          <a:lstStyle/>
          <a:p>
            <a:pPr marL="0" marR="0" lvl="0" indent="0" algn="l" defTabSz="457200" rtl="0" eaLnBrk="1" fontAlgn="auto" latinLnBrk="0" hangingPunct="1">
              <a:lnSpc>
                <a:spcPct val="90000"/>
              </a:lnSpc>
              <a:spcBef>
                <a:spcPct val="0"/>
              </a:spcBef>
              <a:spcAft>
                <a:spcPts val="600"/>
              </a:spcAft>
              <a:buClrTx/>
              <a:buSzTx/>
              <a:buFontTx/>
              <a:buNone/>
              <a:tabLst/>
              <a:defRPr/>
            </a:pPr>
            <a:r>
              <a:rPr kumimoji="0" lang="en-US" sz="2900" b="0" i="0" u="none" strike="noStrike" kern="1200" cap="none" spc="0" normalizeH="0" baseline="0" noProof="0" dirty="0">
                <a:ln>
                  <a:solidFill>
                    <a:prstClr val="black">
                      <a:lumMod val="75000"/>
                      <a:lumOff val="25000"/>
                      <a:alpha val="10000"/>
                    </a:prstClr>
                  </a:solidFill>
                </a:ln>
                <a:solidFill>
                  <a:srgbClr val="DADADA"/>
                </a:solidFill>
                <a:effectLst>
                  <a:outerShdw blurRad="9525" dist="25400" dir="14640000" algn="tl" rotWithShape="0">
                    <a:prstClr val="black">
                      <a:alpha val="30000"/>
                    </a:prstClr>
                  </a:outerShdw>
                </a:effectLst>
                <a:uLnTx/>
                <a:uFillTx/>
                <a:latin typeface="Calisto MT" panose="02040603050505030304"/>
                <a:ea typeface="+mn-ea"/>
                <a:cs typeface="+mn-cs"/>
              </a:rPr>
              <a:t>GEO 330 Sustainable Urban Transportation</a:t>
            </a:r>
          </a:p>
          <a:p>
            <a:pPr marL="0" marR="0" lvl="0" indent="0" algn="l" defTabSz="457200" rtl="0" eaLnBrk="1" fontAlgn="auto" latinLnBrk="0" hangingPunct="1">
              <a:lnSpc>
                <a:spcPct val="90000"/>
              </a:lnSpc>
              <a:spcBef>
                <a:spcPct val="0"/>
              </a:spcBef>
              <a:spcAft>
                <a:spcPts val="600"/>
              </a:spcAft>
              <a:buClrTx/>
              <a:buSzTx/>
              <a:buFontTx/>
              <a:buNone/>
              <a:tabLst/>
              <a:defRPr/>
            </a:pPr>
            <a:r>
              <a:rPr kumimoji="0" lang="en-US" sz="2900" b="0" i="0" u="none" strike="noStrike" kern="1200" cap="none" spc="0" normalizeH="0" baseline="0" noProof="0" dirty="0">
                <a:ln>
                  <a:solidFill>
                    <a:prstClr val="black">
                      <a:lumMod val="75000"/>
                      <a:lumOff val="25000"/>
                      <a:alpha val="10000"/>
                    </a:prstClr>
                  </a:solidFill>
                </a:ln>
                <a:solidFill>
                  <a:srgbClr val="DADADA"/>
                </a:solidFill>
                <a:effectLst>
                  <a:outerShdw blurRad="9525" dist="25400" dir="14640000" algn="tl" rotWithShape="0">
                    <a:prstClr val="black">
                      <a:alpha val="30000"/>
                    </a:prstClr>
                  </a:outerShdw>
                </a:effectLst>
                <a:uLnTx/>
                <a:uFillTx/>
                <a:latin typeface="Calisto MT" panose="02040603050505030304"/>
                <a:ea typeface="+mn-ea"/>
                <a:cs typeface="+mn-cs"/>
              </a:rPr>
              <a:t>Exercise #2: Divvy Ridership Trends</a:t>
            </a:r>
          </a:p>
        </p:txBody>
      </p:sp>
      <p:sp>
        <p:nvSpPr>
          <p:cNvPr id="12" name="Rectangle 11">
            <a:extLst>
              <a:ext uri="{FF2B5EF4-FFF2-40B4-BE49-F238E27FC236}">
                <a16:creationId xmlns:a16="http://schemas.microsoft.com/office/drawing/2014/main" id="{A6D87845-294F-40CB-BC48-46455460D2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5671" y="0"/>
            <a:ext cx="753632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sto MT" panose="02040603050505030304"/>
              <a:ea typeface="+mn-ea"/>
              <a:cs typeface="+mn-cs"/>
            </a:endParaRPr>
          </a:p>
        </p:txBody>
      </p:sp>
      <p:sp>
        <p:nvSpPr>
          <p:cNvPr id="6" name="TextBox 5">
            <a:extLst>
              <a:ext uri="{FF2B5EF4-FFF2-40B4-BE49-F238E27FC236}">
                <a16:creationId xmlns:a16="http://schemas.microsoft.com/office/drawing/2014/main" id="{85F31718-A3B4-621F-29DD-333474CDAAB9}"/>
              </a:ext>
            </a:extLst>
          </p:cNvPr>
          <p:cNvSpPr txBox="1"/>
          <p:nvPr/>
        </p:nvSpPr>
        <p:spPr>
          <a:xfrm>
            <a:off x="4845125" y="215240"/>
            <a:ext cx="7014643"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sto MT" panose="02040603050505030304"/>
                <a:ea typeface="+mn-ea"/>
                <a:cs typeface="Courier New" panose="02070309020205020404" pitchFamily="49" charset="0"/>
              </a:rPr>
              <a:t> Copy your custom map in the space below and describe any visual relationship you see (or don't see) between ridership and the socioeconomic indicator you selected.</a:t>
            </a:r>
          </a:p>
        </p:txBody>
      </p:sp>
    </p:spTree>
    <p:extLst>
      <p:ext uri="{BB962C8B-B14F-4D97-AF65-F5344CB8AC3E}">
        <p14:creationId xmlns:p14="http://schemas.microsoft.com/office/powerpoint/2010/main" val="10547270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E70A317-DCED-4E80-AA2D-467D8702E5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sto MT" panose="02040603050505030304"/>
              <a:ea typeface="+mn-ea"/>
              <a:cs typeface="+mn-cs"/>
            </a:endParaRPr>
          </a:p>
        </p:txBody>
      </p:sp>
      <p:sp>
        <p:nvSpPr>
          <p:cNvPr id="4" name="TextBox 3">
            <a:extLst>
              <a:ext uri="{FF2B5EF4-FFF2-40B4-BE49-F238E27FC236}">
                <a16:creationId xmlns:a16="http://schemas.microsoft.com/office/drawing/2014/main" id="{6FDEFC58-389A-49FA-BE63-20EA0C26EABD}"/>
              </a:ext>
            </a:extLst>
          </p:cNvPr>
          <p:cNvSpPr txBox="1"/>
          <p:nvPr/>
        </p:nvSpPr>
        <p:spPr>
          <a:xfrm>
            <a:off x="861791" y="835383"/>
            <a:ext cx="3382832" cy="3499549"/>
          </a:xfrm>
          <a:prstGeom prst="rect">
            <a:avLst/>
          </a:prstGeom>
        </p:spPr>
        <p:txBody>
          <a:bodyPr vert="horz" lIns="91440" tIns="45720" rIns="91440" bIns="45720" rtlCol="0" anchor="b">
            <a:normAutofit/>
          </a:bodyPr>
          <a:lstStyle/>
          <a:p>
            <a:pPr marL="0" marR="0" lvl="0" indent="0" algn="l" defTabSz="457200" rtl="0" eaLnBrk="1" fontAlgn="auto" latinLnBrk="0" hangingPunct="1">
              <a:lnSpc>
                <a:spcPct val="90000"/>
              </a:lnSpc>
              <a:spcBef>
                <a:spcPct val="0"/>
              </a:spcBef>
              <a:spcAft>
                <a:spcPts val="600"/>
              </a:spcAft>
              <a:buClrTx/>
              <a:buSzTx/>
              <a:buFontTx/>
              <a:buNone/>
              <a:tabLst/>
              <a:defRPr/>
            </a:pPr>
            <a:r>
              <a:rPr kumimoji="0" lang="en-US" sz="2900" b="0" i="0" u="none" strike="noStrike" kern="1200" cap="none" spc="0" normalizeH="0" baseline="0" noProof="0" dirty="0">
                <a:ln>
                  <a:solidFill>
                    <a:prstClr val="black">
                      <a:lumMod val="75000"/>
                      <a:lumOff val="25000"/>
                      <a:alpha val="10000"/>
                    </a:prstClr>
                  </a:solidFill>
                </a:ln>
                <a:solidFill>
                  <a:srgbClr val="DADADA"/>
                </a:solidFill>
                <a:effectLst>
                  <a:outerShdw blurRad="9525" dist="25400" dir="14640000" algn="tl" rotWithShape="0">
                    <a:prstClr val="black">
                      <a:alpha val="30000"/>
                    </a:prstClr>
                  </a:outerShdw>
                </a:effectLst>
                <a:uLnTx/>
                <a:uFillTx/>
                <a:latin typeface="Calisto MT" panose="02040603050505030304"/>
                <a:ea typeface="+mn-ea"/>
                <a:cs typeface="+mn-cs"/>
              </a:rPr>
              <a:t>GEO 330 Sustainable Urban Transportation</a:t>
            </a:r>
          </a:p>
          <a:p>
            <a:pPr marL="0" marR="0" lvl="0" indent="0" algn="l" defTabSz="457200" rtl="0" eaLnBrk="1" fontAlgn="auto" latinLnBrk="0" hangingPunct="1">
              <a:lnSpc>
                <a:spcPct val="90000"/>
              </a:lnSpc>
              <a:spcBef>
                <a:spcPct val="0"/>
              </a:spcBef>
              <a:spcAft>
                <a:spcPts val="600"/>
              </a:spcAft>
              <a:buClrTx/>
              <a:buSzTx/>
              <a:buFontTx/>
              <a:buNone/>
              <a:tabLst/>
              <a:defRPr/>
            </a:pPr>
            <a:r>
              <a:rPr kumimoji="0" lang="en-US" sz="2900" b="0" i="0" u="none" strike="noStrike" kern="1200" cap="none" spc="0" normalizeH="0" baseline="0" noProof="0" dirty="0">
                <a:ln>
                  <a:solidFill>
                    <a:prstClr val="black">
                      <a:lumMod val="75000"/>
                      <a:lumOff val="25000"/>
                      <a:alpha val="10000"/>
                    </a:prstClr>
                  </a:solidFill>
                </a:ln>
                <a:solidFill>
                  <a:srgbClr val="DADADA"/>
                </a:solidFill>
                <a:effectLst>
                  <a:outerShdw blurRad="9525" dist="25400" dir="14640000" algn="tl" rotWithShape="0">
                    <a:prstClr val="black">
                      <a:alpha val="30000"/>
                    </a:prstClr>
                  </a:outerShdw>
                </a:effectLst>
                <a:uLnTx/>
                <a:uFillTx/>
                <a:latin typeface="Calisto MT" panose="02040603050505030304"/>
                <a:ea typeface="+mn-ea"/>
                <a:cs typeface="+mn-cs"/>
              </a:rPr>
              <a:t>Exercise #2: Divvy Ridership Trends</a:t>
            </a:r>
          </a:p>
        </p:txBody>
      </p:sp>
      <p:sp>
        <p:nvSpPr>
          <p:cNvPr id="12" name="Rectangle 11">
            <a:extLst>
              <a:ext uri="{FF2B5EF4-FFF2-40B4-BE49-F238E27FC236}">
                <a16:creationId xmlns:a16="http://schemas.microsoft.com/office/drawing/2014/main" id="{A6D87845-294F-40CB-BC48-46455460D2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5671" y="0"/>
            <a:ext cx="753632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sto MT" panose="02040603050505030304"/>
              <a:ea typeface="+mn-ea"/>
              <a:cs typeface="+mn-cs"/>
            </a:endParaRPr>
          </a:p>
        </p:txBody>
      </p:sp>
      <p:sp>
        <p:nvSpPr>
          <p:cNvPr id="6" name="TextBox 5">
            <a:extLst>
              <a:ext uri="{FF2B5EF4-FFF2-40B4-BE49-F238E27FC236}">
                <a16:creationId xmlns:a16="http://schemas.microsoft.com/office/drawing/2014/main" id="{85F31718-A3B4-621F-29DD-333474CDAAB9}"/>
              </a:ext>
            </a:extLst>
          </p:cNvPr>
          <p:cNvSpPr txBox="1"/>
          <p:nvPr/>
        </p:nvSpPr>
        <p:spPr>
          <a:xfrm>
            <a:off x="4845125" y="215240"/>
            <a:ext cx="7014643" cy="175432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sto MT" panose="02040603050505030304"/>
                <a:ea typeface="+mn-ea"/>
                <a:cs typeface="Courier New" panose="02070309020205020404" pitchFamily="49" charset="0"/>
              </a:rPr>
              <a:t> Copy both your custom table and plot below and describe any relationships you see (or don't see) between ridership and the socioeconomic indicator you selected over the past ten years. Have variations in ridership </a:t>
            </a:r>
            <a:r>
              <a:rPr kumimoji="0" lang="en-US" sz="1800" b="0" i="0" u="none" strike="noStrike" kern="1200" cap="none" spc="0" normalizeH="0" baseline="0" noProof="0">
                <a:ln>
                  <a:noFill/>
                </a:ln>
                <a:solidFill>
                  <a:prstClr val="black"/>
                </a:solidFill>
                <a:effectLst/>
                <a:uLnTx/>
                <a:uFillTx/>
                <a:latin typeface="Calisto MT" panose="02040603050505030304"/>
                <a:ea typeface="+mn-ea"/>
                <a:cs typeface="Courier New" panose="02070309020205020404" pitchFamily="49" charset="0"/>
              </a:rPr>
              <a:t>changed over </a:t>
            </a:r>
            <a:r>
              <a:rPr kumimoji="0" lang="en-US" sz="1800" b="0" i="0" u="none" strike="noStrike" kern="1200" cap="none" spc="0" normalizeH="0" baseline="0" noProof="0" dirty="0">
                <a:ln>
                  <a:noFill/>
                </a:ln>
                <a:solidFill>
                  <a:prstClr val="black"/>
                </a:solidFill>
                <a:effectLst/>
                <a:uLnTx/>
                <a:uFillTx/>
                <a:latin typeface="Calisto MT" panose="02040603050505030304"/>
                <a:ea typeface="+mn-ea"/>
                <a:cs typeface="Courier New" panose="02070309020205020404" pitchFamily="49" charset="0"/>
              </a:rPr>
              <a:t>time with respect to community socioeconomic condition? What are the implications for sustainable urban transportation?</a:t>
            </a:r>
          </a:p>
        </p:txBody>
      </p:sp>
    </p:spTree>
    <p:extLst>
      <p:ext uri="{BB962C8B-B14F-4D97-AF65-F5344CB8AC3E}">
        <p14:creationId xmlns:p14="http://schemas.microsoft.com/office/powerpoint/2010/main" val="14450613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VTI">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VTI" id="{35C4A07C-0176-4A32-9BCB-B016516853F0}" vid="{9B70D35C-BCA8-4715-BB49-8BE54A7FC07C}"/>
    </a:ext>
  </a:extLst>
</a:theme>
</file>

<file path=docProps/app.xml><?xml version="1.0" encoding="utf-8"?>
<Properties xmlns="http://schemas.openxmlformats.org/officeDocument/2006/extended-properties" xmlns:vt="http://schemas.openxmlformats.org/officeDocument/2006/docPropsVTypes">
  <Template/>
  <TotalTime>405</TotalTime>
  <Words>396</Words>
  <Application>Microsoft Office PowerPoint</Application>
  <PresentationFormat>Widescreen</PresentationFormat>
  <Paragraphs>22</Paragraphs>
  <Slides>6</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Calisto MT</vt:lpstr>
      <vt:lpstr>Wingdings 2</vt:lpstr>
      <vt:lpstr>SlateVTI</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Smith, Christopher</dc:creator>
  <cp:lastModifiedBy>Smith, Christopher</cp:lastModifiedBy>
  <cp:revision>25</cp:revision>
  <dcterms:created xsi:type="dcterms:W3CDTF">2020-03-30T21:31:44Z</dcterms:created>
  <dcterms:modified xsi:type="dcterms:W3CDTF">2025-01-22T12:08:23Z</dcterms:modified>
</cp:coreProperties>
</file>