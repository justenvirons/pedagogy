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152EE-6B53-4EA6-AE54-8E9982A44287}" v="3" dt="2024-02-28T22:23:37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24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7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4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0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1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202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7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3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922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0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233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1924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84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04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639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75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4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204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6" r:id="rId2"/>
    <p:sldLayoutId id="2147483675" r:id="rId3"/>
    <p:sldLayoutId id="2147483674" r:id="rId4"/>
    <p:sldLayoutId id="2147483673" r:id="rId5"/>
    <p:sldLayoutId id="2147483672" r:id="rId6"/>
    <p:sldLayoutId id="2147483671" r:id="rId7"/>
    <p:sldLayoutId id="2147483670" r:id="rId8"/>
    <p:sldLayoutId id="2147483669" r:id="rId9"/>
    <p:sldLayoutId id="2147483668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70A317-DCED-4E80-AA2D-467D8702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EFC58-389A-49FA-BE63-20EA0C26EABD}"/>
              </a:ext>
            </a:extLst>
          </p:cNvPr>
          <p:cNvSpPr txBox="1"/>
          <p:nvPr/>
        </p:nvSpPr>
        <p:spPr>
          <a:xfrm>
            <a:off x="861791" y="835383"/>
            <a:ext cx="3382832" cy="34995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GEO 330 Sustainable Urban Transportation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Exercise #4: Public Health and Transportation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D87845-294F-40CB-BC48-46455460D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AC69C-C6CC-4FAB-A999-6457ACC399A4}"/>
              </a:ext>
            </a:extLst>
          </p:cNvPr>
          <p:cNvSpPr txBox="1"/>
          <p:nvPr/>
        </p:nvSpPr>
        <p:spPr>
          <a:xfrm>
            <a:off x="4845125" y="215240"/>
            <a:ext cx="7014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rPr>
              <a:t>In the space below, copy/paste/insert the bivariate correlation matrix produced in step 6 of the exercise.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BA7AD5-915D-404C-85FE-4A0CC7F14065}"/>
              </a:ext>
            </a:extLst>
          </p:cNvPr>
          <p:cNvSpPr txBox="1"/>
          <p:nvPr/>
        </p:nvSpPr>
        <p:spPr>
          <a:xfrm>
            <a:off x="4804486" y="4566221"/>
            <a:ext cx="7143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Describe below any patterns you see in the correlation plot. Which indicators have the strongest/weakest statistical relationships? Do these relationships match your expectations?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6E1CD-5A98-E379-2A81-F4F25403AA1E}"/>
              </a:ext>
            </a:extLst>
          </p:cNvPr>
          <p:cNvSpPr/>
          <p:nvPr/>
        </p:nvSpPr>
        <p:spPr>
          <a:xfrm>
            <a:off x="4919472" y="1135566"/>
            <a:ext cx="7068704" cy="3420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6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6CB1C-A196-7696-B15D-8558F477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52569B-CB86-AF92-9980-9E7B03D9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C75B3-E579-B2BD-6F8E-3E751B66E15F}"/>
              </a:ext>
            </a:extLst>
          </p:cNvPr>
          <p:cNvSpPr txBox="1"/>
          <p:nvPr/>
        </p:nvSpPr>
        <p:spPr>
          <a:xfrm>
            <a:off x="861791" y="835383"/>
            <a:ext cx="3382832" cy="34995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GEO 330 Sustainable Urban Transportation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Exercise #4: Public Health and Transportation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594751-5D0C-0428-E03E-190BBA8EA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57DCD-B975-642A-B563-1CAEFAE64D75}"/>
              </a:ext>
            </a:extLst>
          </p:cNvPr>
          <p:cNvSpPr txBox="1"/>
          <p:nvPr/>
        </p:nvSpPr>
        <p:spPr>
          <a:xfrm>
            <a:off x="4845125" y="215240"/>
            <a:ext cx="7014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rPr>
              <a:t>In the space below, copy/paste/insert the first univariate map produced in step 7. The map should show county-wide variations of the health outcome you selected.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3BB17A-526D-7344-3FB2-09948F17790C}"/>
              </a:ext>
            </a:extLst>
          </p:cNvPr>
          <p:cNvSpPr txBox="1"/>
          <p:nvPr/>
        </p:nvSpPr>
        <p:spPr>
          <a:xfrm>
            <a:off x="4804486" y="4566221"/>
            <a:ext cx="714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Describe below any patterns you see in the map.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3E2CF9-EDC0-0226-A7C5-E15B090AD04B}"/>
              </a:ext>
            </a:extLst>
          </p:cNvPr>
          <p:cNvSpPr/>
          <p:nvPr/>
        </p:nvSpPr>
        <p:spPr>
          <a:xfrm>
            <a:off x="4919472" y="1135566"/>
            <a:ext cx="7068704" cy="3420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5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FCDA7-0721-78E5-7B55-ED259AC8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0A9247A-B212-0B54-3DAA-B9E1D42F8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BA0F40-4E87-9945-BEB3-94B98AFF2EC1}"/>
              </a:ext>
            </a:extLst>
          </p:cNvPr>
          <p:cNvSpPr txBox="1"/>
          <p:nvPr/>
        </p:nvSpPr>
        <p:spPr>
          <a:xfrm>
            <a:off x="861791" y="835383"/>
            <a:ext cx="3382832" cy="34995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GEO 330 Sustainable Urban Transportation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Exercise #4: Public Health and Transportation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4FF1D-1BEE-F333-E05C-F05AAF20B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AEDF84-5D5F-0F10-4785-831A526EDE4E}"/>
              </a:ext>
            </a:extLst>
          </p:cNvPr>
          <p:cNvSpPr txBox="1"/>
          <p:nvPr/>
        </p:nvSpPr>
        <p:spPr>
          <a:xfrm>
            <a:off x="4845125" y="215240"/>
            <a:ext cx="7014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rPr>
              <a:t>In the space below, copy/paste/insert the second univariate map produced in step 7. The map should show county-wide variations of the transportation-related variable you selected.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8AE6C-1ECB-163B-E409-E86EB84C0F17}"/>
              </a:ext>
            </a:extLst>
          </p:cNvPr>
          <p:cNvSpPr txBox="1"/>
          <p:nvPr/>
        </p:nvSpPr>
        <p:spPr>
          <a:xfrm>
            <a:off x="4804486" y="4566221"/>
            <a:ext cx="714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Describe below any patterns you see in the map.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AA8719-9680-4F23-17CD-84460231CC40}"/>
              </a:ext>
            </a:extLst>
          </p:cNvPr>
          <p:cNvSpPr/>
          <p:nvPr/>
        </p:nvSpPr>
        <p:spPr>
          <a:xfrm>
            <a:off x="4919472" y="1135566"/>
            <a:ext cx="7068704" cy="3420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9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D2CE4-3E7E-C883-871C-C83E9AB4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417475-BCAF-0251-0AA2-DD01AAA88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55DA88-9267-0B00-4472-CBFE864E2997}"/>
              </a:ext>
            </a:extLst>
          </p:cNvPr>
          <p:cNvSpPr txBox="1"/>
          <p:nvPr/>
        </p:nvSpPr>
        <p:spPr>
          <a:xfrm>
            <a:off x="861791" y="835383"/>
            <a:ext cx="3382832" cy="34995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GEO 330 Sustainable Urban Transportation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uLnTx/>
                <a:uFillTx/>
                <a:latin typeface="Calisto MT" panose="02040603050505030304"/>
                <a:ea typeface="+mn-ea"/>
                <a:cs typeface="+mn-cs"/>
              </a:rPr>
              <a:t>Exercise #4: Public Health and Transportation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EF4F55-EA5C-ADC1-CD7B-338E34218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5671" y="0"/>
            <a:ext cx="75363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sto MT" panose="020406030505050303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4BDBAB-32F2-4DE5-9F4A-45C32DC0148B}"/>
              </a:ext>
            </a:extLst>
          </p:cNvPr>
          <p:cNvSpPr txBox="1"/>
          <p:nvPr/>
        </p:nvSpPr>
        <p:spPr>
          <a:xfrm>
            <a:off x="4845125" y="215240"/>
            <a:ext cx="7014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rPr>
              <a:t>In the space below, copy/paste/insert the bivariate map produced in step 7. The map should combine the public health outcome and transportation-related indicators displayed in your univariate maps.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sto MT" panose="02040603050505030304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B03C74-7143-323A-0E62-744E1FCD84BD}"/>
              </a:ext>
            </a:extLst>
          </p:cNvPr>
          <p:cNvSpPr txBox="1"/>
          <p:nvPr/>
        </p:nvSpPr>
        <p:spPr>
          <a:xfrm>
            <a:off x="4804486" y="4566221"/>
            <a:ext cx="7143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prstClr val="black"/>
                </a:solidFill>
                <a:latin typeface="Calisto MT" panose="02040603050505030304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Describe below any patterns you see in the map.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0F0270-9FC5-D258-8707-8CF0C31468C0}"/>
              </a:ext>
            </a:extLst>
          </p:cNvPr>
          <p:cNvSpPr/>
          <p:nvPr/>
        </p:nvSpPr>
        <p:spPr>
          <a:xfrm>
            <a:off x="4919472" y="1135566"/>
            <a:ext cx="7068704" cy="34201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2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231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Calisto MT</vt:lpstr>
      <vt:lpstr>Wingdings 2</vt:lpstr>
      <vt:lpstr>SlateVTI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Smith, Christopher</dc:creator>
  <cp:lastModifiedBy>Smith, Christopher</cp:lastModifiedBy>
  <cp:revision>23</cp:revision>
  <dcterms:created xsi:type="dcterms:W3CDTF">2020-03-30T21:31:44Z</dcterms:created>
  <dcterms:modified xsi:type="dcterms:W3CDTF">2025-02-26T17:01:36Z</dcterms:modified>
</cp:coreProperties>
</file>