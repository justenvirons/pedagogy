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804" r:id="rId4"/>
  </p:sldMasterIdLst>
  <p:sldIdLst>
    <p:sldId id="258" r:id="rId5"/>
    <p:sldId id="273" r:id="rId7"/>
    <p:sldId id="276" r:id="rId6"/>
    <p:sldId id="274" r:id="rId8"/>
    <p:sldId id="275" r:id="rId9"/>
    <p:sldId id="278" r:id="rId12"/>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DB9A8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1F611EC7-DCCE-40BE-9882-3AA59DBCF717}" v="1" dt="2026-09-29T16:05:05.282"/>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60"/>
  </p:normalViewPr>
  <p:slideViewPr>
    <p:cSldViewPr snapToGrid="0">
      <p:cViewPr varScale="1">
        <p:scale>
          <a:sx n="117" d="100"/>
          <a:sy n="117" d="100"/>
        </p:scale>
        <p:origin x="354" y="102"/>
      </p:cViewPr>
      <p:guideLst/>
    </p:cSldViewPr>
  </p:slideViewPr>
  <p:notesTextViewPr>
    <p:cViewPr>
      <p:scale>
        <a:sx n="1" d="1"/>
        <a:sy n="1" d="1"/>
      </p:scale>
      <p:origin x="0" y="0"/>
    </p:cViewPr>
  </p:notesTextViewPr>
  <p:gridSpacing cx="76200" cy="76200"/>
</p:viewPr>
</file>

<file path=ppt/_rels/presentation.xml.rels><?xml version="1.0" encoding="utf-8"?><Relationships xmlns="http://schemas.openxmlformats.org/package/2006/relationships"><Relationship Id="rId8" Type="http://schemas.openxmlformats.org/officeDocument/2006/relationships/slide" Target="slides/slide4.xml"/><Relationship Id="rId13" Type="http://schemas.openxmlformats.org/officeDocument/2006/relationships/presProps" Target="presProps.xml"/><Relationship Id="rId18" Type="http://schemas.microsoft.com/office/2015/10/relationships/revisionInfo" Target="revisionInfo.xml"/><Relationship Id="rId3" Type="http://schemas.openxmlformats.org/officeDocument/2006/relationships/customXml" Target="../customXml/item3.xml"/><Relationship Id="rId7" Type="http://schemas.openxmlformats.org/officeDocument/2006/relationships/slide" Target="slides/slide3.xml"/><Relationship Id="rId12" Type="http://schemas.openxmlformats.org/officeDocument/2006/relationships/slide" Target="slides/slide8.xml"/><Relationship Id="rId17" Type="http://schemas.microsoft.com/office/2016/11/relationships/changesInfo" Target="changesInfos/changesInfo1.xml"/><Relationship Id="rId2" Type="http://schemas.openxmlformats.org/officeDocument/2006/relationships/customXml" Target="../customXml/item2.xml"/><Relationship Id="rId16" Type="http://schemas.openxmlformats.org/officeDocument/2006/relationships/tableStyles" Target="tableStyles.xml"/><Relationship Id="rId1" Type="http://schemas.openxmlformats.org/officeDocument/2006/relationships/customXml" Target="../customXml/item1.xml"/><Relationship Id="rId6" Type="http://schemas.openxmlformats.org/officeDocument/2006/relationships/slide" Target="slides/slide2.xml"/><Relationship Id="rId5" Type="http://schemas.openxmlformats.org/officeDocument/2006/relationships/slide" Target="slides/slide1.xml"/><Relationship Id="rId15" Type="http://schemas.openxmlformats.org/officeDocument/2006/relationships/theme" Target="theme/theme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viewProps" Target="view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Christopher Smith" userId="f635bcaf-d701-437b-bffd-1a8f160c01d9" providerId="ADAL" clId="{321CF1EA-DDCA-4C73-9872-605BFFD8AB88}"/>
    <pc:docChg chg="undo custSel addSld delSld modSld sldOrd">
      <pc:chgData name="Christopher Smith" userId="f635bcaf-d701-437b-bffd-1a8f160c01d9" providerId="ADAL" clId="{321CF1EA-DDCA-4C73-9872-605BFFD8AB88}" dt="2026-09-29T16:11:40.571" v="1651" actId="20577"/>
      <pc:docMkLst>
        <pc:docMk/>
      </pc:docMkLst>
      <pc:sldChg chg="modSp mod">
        <pc:chgData name="Christopher Smith" userId="f635bcaf-d701-437b-bffd-1a8f160c01d9" providerId="ADAL" clId="{321CF1EA-DDCA-4C73-9872-605BFFD8AB88}" dt="2026-09-29T16:05:06.022" v="1622" actId="20577"/>
        <pc:sldMkLst>
          <pc:docMk/>
          <pc:sldMk cId="3196567084" sldId="258"/>
        </pc:sldMkLst>
        <pc:spChg chg="mod">
          <ac:chgData name="Christopher Smith" userId="f635bcaf-d701-437b-bffd-1a8f160c01d9" providerId="ADAL" clId="{321CF1EA-DDCA-4C73-9872-605BFFD8AB88}" dt="2026-09-29T16:05:06.022" v="1622" actId="20577"/>
          <ac:spMkLst>
            <pc:docMk/>
            <pc:sldMk cId="3196567084" sldId="258"/>
            <ac:spMk id="11" creationId="{3E48FC44-1FA2-4F7A-0A80-59B4E81301D5}"/>
          </ac:spMkLst>
        </pc:spChg>
      </pc:sldChg>
      <pc:sldChg chg="modSp mod">
        <pc:chgData name="Christopher Smith" userId="f635bcaf-d701-437b-bffd-1a8f160c01d9" providerId="ADAL" clId="{321CF1EA-DDCA-4C73-9872-605BFFD8AB88}" dt="2026-09-29T16:06:41.504" v="1627" actId="20577"/>
        <pc:sldMkLst>
          <pc:docMk/>
          <pc:sldMk cId="3196567086" sldId="273"/>
        </pc:sldMkLst>
        <pc:spChg chg="mod">
          <ac:chgData name="Christopher Smith" userId="f635bcaf-d701-437b-bffd-1a8f160c01d9" providerId="ADAL" clId="{321CF1EA-DDCA-4C73-9872-605BFFD8AB88}" dt="2026-09-29T16:06:41.504" v="1627" actId="20577"/>
          <ac:spMkLst>
            <pc:docMk/>
            <pc:sldMk cId="3196567086" sldId="273"/>
            <ac:spMk id="11" creationId="{3E48FC44-1FA2-4F7A-0A80-59B4E81301D5}"/>
          </ac:spMkLst>
        </pc:spChg>
      </pc:sldChg>
      <pc:sldChg chg="modSp mod">
        <pc:chgData name="Christopher Smith" userId="f635bcaf-d701-437b-bffd-1a8f160c01d9" providerId="ADAL" clId="{321CF1EA-DDCA-4C73-9872-605BFFD8AB88}" dt="2026-09-29T16:10:42.125" v="1645" actId="20577"/>
        <pc:sldMkLst>
          <pc:docMk/>
          <pc:sldMk cId="3196567087" sldId="274"/>
        </pc:sldMkLst>
        <pc:spChg chg="mod">
          <ac:chgData name="Christopher Smith" userId="f635bcaf-d701-437b-bffd-1a8f160c01d9" providerId="ADAL" clId="{321CF1EA-DDCA-4C73-9872-605BFFD8AB88}" dt="2026-09-29T16:10:42.125" v="1645" actId="20577"/>
          <ac:spMkLst>
            <pc:docMk/>
            <pc:sldMk cId="3196567087" sldId="274"/>
            <ac:spMk id="3" creationId="{00000000-0000-0000-0000-000000000000}"/>
          </ac:spMkLst>
        </pc:spChg>
        <pc:spChg chg="mod">
          <ac:chgData name="Christopher Smith" userId="f635bcaf-d701-437b-bffd-1a8f160c01d9" providerId="ADAL" clId="{321CF1EA-DDCA-4C73-9872-605BFFD8AB88}" dt="2026-09-29T16:06:50.404" v="1628" actId="14100"/>
          <ac:spMkLst>
            <pc:docMk/>
            <pc:sldMk cId="3196567087" sldId="274"/>
            <ac:spMk id="6" creationId="{77977495-7045-4BEB-B038-AC19B9064EC1}"/>
          </ac:spMkLst>
        </pc:spChg>
        <pc:spChg chg="mod">
          <ac:chgData name="Christopher Smith" userId="f635bcaf-d701-437b-bffd-1a8f160c01d9" providerId="ADAL" clId="{321CF1EA-DDCA-4C73-9872-605BFFD8AB88}" dt="2026-09-29T16:08:01.706" v="1630" actId="20577"/>
          <ac:spMkLst>
            <pc:docMk/>
            <pc:sldMk cId="3196567087" sldId="274"/>
            <ac:spMk id="11" creationId="{3E48FC44-1FA2-4F7A-0A80-59B4E81301D5}"/>
          </ac:spMkLst>
        </pc:spChg>
      </pc:sldChg>
      <pc:sldChg chg="modSp mod">
        <pc:chgData name="Christopher Smith" userId="f635bcaf-d701-437b-bffd-1a8f160c01d9" providerId="ADAL" clId="{321CF1EA-DDCA-4C73-9872-605BFFD8AB88}" dt="2026-09-29T16:06:29.852" v="1626" actId="20577"/>
        <pc:sldMkLst>
          <pc:docMk/>
          <pc:sldMk cId="3196567085" sldId="276"/>
        </pc:sldMkLst>
        <pc:spChg chg="mod">
          <ac:chgData name="Christopher Smith" userId="f635bcaf-d701-437b-bffd-1a8f160c01d9" providerId="ADAL" clId="{321CF1EA-DDCA-4C73-9872-605BFFD8AB88}" dt="2026-09-29T16:06:29.852" v="1626" actId="20577"/>
          <ac:spMkLst>
            <pc:docMk/>
            <pc:sldMk cId="3196567085" sldId="276"/>
            <ac:spMk id="11" creationId="{3E48FC44-1FA2-4F7A-0A80-59B4E81301D5}"/>
          </ac:spMkLst>
        </pc:spChg>
      </pc:sldChg>
      <pc:sldChg chg="modSp mod">
        <pc:chgData name="Christopher Smith" userId="f635bcaf-d701-437b-bffd-1a8f160c01d9" providerId="ADAL" clId="{321CF1EA-DDCA-4C73-9872-605BFFD8AB88}" dt="2026-09-29T16:11:07.737" v="1646" actId="20577"/>
        <pc:sldMkLst>
          <pc:docMk/>
          <pc:sldMk cId="3196567089" sldId="277"/>
        </pc:sldMkLst>
        <pc:spChg chg="mod">
          <ac:chgData name="Christopher Smith" userId="f635bcaf-d701-437b-bffd-1a8f160c01d9" providerId="ADAL" clId="{321CF1EA-DDCA-4C73-9872-605BFFD8AB88}" dt="2026-09-29T16:11:07.737" v="1646" actId="20577"/>
          <ac:spMkLst>
            <pc:docMk/>
            <pc:sldMk cId="3196567089" sldId="277"/>
            <ac:spMk id="3" creationId="{00000000-0000-0000-0000-000000000000}"/>
          </ac:spMkLst>
        </pc:spChg>
      </pc:sldChg>
      <pc:sldChg chg="modSp mod">
        <pc:chgData name="Christopher Smith" userId="f635bcaf-d701-437b-bffd-1a8f160c01d9" providerId="ADAL" clId="{321CF1EA-DDCA-4C73-9872-605BFFD8AB88}" dt="2026-09-29T16:11:33.910" v="1649" actId="20577"/>
        <pc:sldMkLst>
          <pc:docMk/>
          <pc:sldMk cId="3196567090" sldId="278"/>
        </pc:sldMkLst>
        <pc:spChg chg="mod">
          <ac:chgData name="Christopher Smith" userId="f635bcaf-d701-437b-bffd-1a8f160c01d9" providerId="ADAL" clId="{321CF1EA-DDCA-4C73-9872-605BFFD8AB88}" dt="2026-09-29T16:11:33.910" v="1649" actId="20577"/>
          <ac:spMkLst>
            <pc:docMk/>
            <pc:sldMk cId="3196567090" sldId="278"/>
            <ac:spMk id="3" creationId="{00000000-0000-0000-0000-000000000000}"/>
          </ac:spMkLst>
        </pc:spChg>
      </pc:sldChg>
      <pc:sldChg chg="modSp mod ord">
        <pc:chgData name="Christopher Smith" userId="f635bcaf-d701-437b-bffd-1a8f160c01d9" providerId="ADAL" clId="{321CF1EA-DDCA-4C73-9872-605BFFD8AB88}" dt="2026-09-29T16:11:40.571" v="1651" actId="20577"/>
        <pc:sldMkLst>
          <pc:docMk/>
          <pc:sldMk cId="3196567091" sldId="279"/>
        </pc:sldMkLst>
        <pc:spChg chg="mod">
          <ac:chgData name="Christopher Smith" userId="f635bcaf-d701-437b-bffd-1a8f160c01d9" providerId="ADAL" clId="{321CF1EA-DDCA-4C73-9872-605BFFD8AB88}" dt="2026-09-29T16:11:40.571" v="1651" actId="20577"/>
          <ac:spMkLst>
            <pc:docMk/>
            <pc:sldMk cId="3196567091" sldId="279"/>
            <ac:spMk id="3" creationId="{00000000-0000-0000-0000-000000000000}"/>
          </ac:spMkLst>
        </pc:spChg>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98DE6C8-AB1D-4204-BC9C-3366B0BF0435}"/>
              </a:ext>
            </a:extLst>
          </p:cNvPr>
          <p:cNvSpPr>
            <a:spLocks noGrp="1"/>
          </p:cNvSpPr>
          <p:nvPr>
            <p:ph type="ctrTitle"/>
          </p:nvPr>
        </p:nvSpPr>
        <p:spPr>
          <a:xfrm>
            <a:off x="678426" y="889820"/>
            <a:ext cx="9989574" cy="3598606"/>
          </a:xfrm>
        </p:spPr>
        <p:txBody>
          <a:bodyPr anchor="t">
            <a:normAutofit/>
          </a:bodyPr>
          <a:lstStyle>
            <a:lvl1pPr algn="l">
              <a:defRPr sz="5400"/>
            </a:lvl1pPr>
          </a:lstStyle>
          <a:p>
            <a:r>
              <a:rPr lang="en-US" dirty="0"/>
              <a:t>Click to edit Master title style</a:t>
            </a:r>
          </a:p>
        </p:txBody>
      </p:sp>
      <p:sp>
        <p:nvSpPr>
          <p:cNvPr id="3" name="Subtitle 2">
            <a:extLst>
              <a:ext uri="{FF2B5EF4-FFF2-40B4-BE49-F238E27FC236}">
                <a16:creationId xmlns:a16="http://schemas.microsoft.com/office/drawing/2014/main" id="{7A7B9009-EE50-4EE5-B6EB-CD6EC83D3FA3}"/>
              </a:ext>
            </a:extLst>
          </p:cNvPr>
          <p:cNvSpPr>
            <a:spLocks noGrp="1"/>
          </p:cNvSpPr>
          <p:nvPr>
            <p:ph type="subTitle" idx="1"/>
          </p:nvPr>
        </p:nvSpPr>
        <p:spPr>
          <a:xfrm>
            <a:off x="678426" y="4488426"/>
            <a:ext cx="6991776" cy="1302774"/>
          </a:xfrm>
        </p:spPr>
        <p:txBody>
          <a:bodyPr anchor="b">
            <a:normAutofit/>
          </a:bodyPr>
          <a:lstStyle>
            <a:lvl1pPr marL="0" indent="0" algn="l">
              <a:buNone/>
              <a:defRPr sz="20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Master subtitle style</a:t>
            </a:r>
          </a:p>
        </p:txBody>
      </p:sp>
      <p:sp>
        <p:nvSpPr>
          <p:cNvPr id="4" name="Date Placeholder 3">
            <a:extLst>
              <a:ext uri="{FF2B5EF4-FFF2-40B4-BE49-F238E27FC236}">
                <a16:creationId xmlns:a16="http://schemas.microsoft.com/office/drawing/2014/main" id="{99C8667E-058A-436F-B8EA-5B3A99D43D09}"/>
              </a:ext>
            </a:extLst>
          </p:cNvPr>
          <p:cNvSpPr>
            <a:spLocks noGrp="1"/>
          </p:cNvSpPr>
          <p:nvPr>
            <p:ph type="dt" sz="half" idx="10"/>
          </p:nvPr>
        </p:nvSpPr>
        <p:spPr/>
        <p:txBody>
          <a:bodyPr/>
          <a:lstStyle/>
          <a:p>
            <a:fld id="{2F3E8B1C-86EF-43CF-8304-249481088644}" type="datetimeFigureOut">
              <a:rPr lang="en-US" smtClean="0"/>
              <a:t>9/29/2026</a:t>
            </a:fld>
            <a:endParaRPr lang="en-US"/>
          </a:p>
        </p:txBody>
      </p:sp>
      <p:sp>
        <p:nvSpPr>
          <p:cNvPr id="5" name="Footer Placeholder 4">
            <a:extLst>
              <a:ext uri="{FF2B5EF4-FFF2-40B4-BE49-F238E27FC236}">
                <a16:creationId xmlns:a16="http://schemas.microsoft.com/office/drawing/2014/main" id="{52680305-1AD7-482D-BFFD-6CDB83AB39A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E5762A1-52E9-402D-B65E-DF193E44CE83}"/>
              </a:ext>
            </a:extLst>
          </p:cNvPr>
          <p:cNvSpPr>
            <a:spLocks noGrp="1"/>
          </p:cNvSpPr>
          <p:nvPr>
            <p:ph type="sldNum" sz="quarter" idx="12"/>
          </p:nvPr>
        </p:nvSpPr>
        <p:spPr/>
        <p:txBody>
          <a:bodyPr/>
          <a:lstStyle/>
          <a:p>
            <a:fld id="{C3DB2ADC-AF19-4574-8C10-79B5B04FCA27}" type="slidenum">
              <a:rPr lang="en-US" smtClean="0"/>
              <a:t>‹#›</a:t>
            </a:fld>
            <a:endParaRPr lang="en-US"/>
          </a:p>
        </p:txBody>
      </p:sp>
    </p:spTree>
    <p:extLst>
      <p:ext uri="{BB962C8B-B14F-4D97-AF65-F5344CB8AC3E}">
        <p14:creationId xmlns:p14="http://schemas.microsoft.com/office/powerpoint/2010/main" val="290181573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987CA6-BFD9-4CB1-8892-F6B062E82445}"/>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E0CDA8C3-9C0C-4E52-9A62-E4DB159E6B0E}"/>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7CC3EC35-E02F-41FF-9232-F90692A902FC}"/>
              </a:ext>
            </a:extLst>
          </p:cNvPr>
          <p:cNvSpPr>
            <a:spLocks noGrp="1"/>
          </p:cNvSpPr>
          <p:nvPr>
            <p:ph type="dt" sz="half" idx="10"/>
          </p:nvPr>
        </p:nvSpPr>
        <p:spPr/>
        <p:txBody>
          <a:bodyPr/>
          <a:lstStyle/>
          <a:p>
            <a:fld id="{2F3E8B1C-86EF-43CF-8304-249481088644}" type="datetimeFigureOut">
              <a:rPr lang="en-US" smtClean="0"/>
              <a:t>9/29/2026</a:t>
            </a:fld>
            <a:endParaRPr lang="en-US"/>
          </a:p>
        </p:txBody>
      </p:sp>
      <p:sp>
        <p:nvSpPr>
          <p:cNvPr id="5" name="Footer Placeholder 4">
            <a:extLst>
              <a:ext uri="{FF2B5EF4-FFF2-40B4-BE49-F238E27FC236}">
                <a16:creationId xmlns:a16="http://schemas.microsoft.com/office/drawing/2014/main" id="{39D13D38-5DF1-443B-8A12-71E834FDC6A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25E644A-4A37-4757-9809-5B035E2874E6}"/>
              </a:ext>
            </a:extLst>
          </p:cNvPr>
          <p:cNvSpPr>
            <a:spLocks noGrp="1"/>
          </p:cNvSpPr>
          <p:nvPr>
            <p:ph type="sldNum" sz="quarter" idx="12"/>
          </p:nvPr>
        </p:nvSpPr>
        <p:spPr/>
        <p:txBody>
          <a:bodyPr/>
          <a:lstStyle/>
          <a:p>
            <a:fld id="{C3DB2ADC-AF19-4574-8C10-79B5B04FCA27}" type="slidenum">
              <a:rPr lang="en-US" smtClean="0"/>
              <a:t>‹#›</a:t>
            </a:fld>
            <a:endParaRPr lang="en-US"/>
          </a:p>
        </p:txBody>
      </p:sp>
    </p:spTree>
    <p:extLst>
      <p:ext uri="{BB962C8B-B14F-4D97-AF65-F5344CB8AC3E}">
        <p14:creationId xmlns:p14="http://schemas.microsoft.com/office/powerpoint/2010/main" val="238666217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0E6578B-CD85-4BF1-A729-E8E8079B595F}"/>
              </a:ext>
            </a:extLst>
          </p:cNvPr>
          <p:cNvSpPr>
            <a:spLocks noGrp="1"/>
          </p:cNvSpPr>
          <p:nvPr>
            <p:ph type="title"/>
          </p:nvPr>
        </p:nvSpPr>
        <p:spPr>
          <a:xfrm>
            <a:off x="715383" y="1709738"/>
            <a:ext cx="10632067" cy="2852737"/>
          </a:xfrm>
        </p:spPr>
        <p:txBody>
          <a:bodyPr anchor="b"/>
          <a:lstStyle>
            <a:lvl1pPr>
              <a:defRPr sz="6000"/>
            </a:lvl1pPr>
          </a:lstStyle>
          <a:p>
            <a:r>
              <a:rPr lang="en-US" dirty="0"/>
              <a:t>Click to edit Master title style</a:t>
            </a:r>
          </a:p>
        </p:txBody>
      </p:sp>
      <p:sp>
        <p:nvSpPr>
          <p:cNvPr id="3" name="Text Placeholder 2">
            <a:extLst>
              <a:ext uri="{FF2B5EF4-FFF2-40B4-BE49-F238E27FC236}">
                <a16:creationId xmlns:a16="http://schemas.microsoft.com/office/drawing/2014/main" id="{A58448C1-C13F-4826-8347-EEB00A6643D6}"/>
              </a:ext>
            </a:extLst>
          </p:cNvPr>
          <p:cNvSpPr>
            <a:spLocks noGrp="1"/>
          </p:cNvSpPr>
          <p:nvPr>
            <p:ph type="body" idx="1"/>
          </p:nvPr>
        </p:nvSpPr>
        <p:spPr>
          <a:xfrm>
            <a:off x="715383" y="4589463"/>
            <a:ext cx="10632067"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5806546A-957F-4C4D-9744-1177AD258E10}"/>
              </a:ext>
            </a:extLst>
          </p:cNvPr>
          <p:cNvSpPr>
            <a:spLocks noGrp="1"/>
          </p:cNvSpPr>
          <p:nvPr>
            <p:ph type="dt" sz="half" idx="10"/>
          </p:nvPr>
        </p:nvSpPr>
        <p:spPr/>
        <p:txBody>
          <a:bodyPr/>
          <a:lstStyle/>
          <a:p>
            <a:fld id="{2F3E8B1C-86EF-43CF-8304-249481088644}" type="datetimeFigureOut">
              <a:rPr lang="en-US" smtClean="0"/>
              <a:t>9/29/2026</a:t>
            </a:fld>
            <a:endParaRPr lang="en-US"/>
          </a:p>
        </p:txBody>
      </p:sp>
      <p:sp>
        <p:nvSpPr>
          <p:cNvPr id="5" name="Footer Placeholder 4">
            <a:extLst>
              <a:ext uri="{FF2B5EF4-FFF2-40B4-BE49-F238E27FC236}">
                <a16:creationId xmlns:a16="http://schemas.microsoft.com/office/drawing/2014/main" id="{B1DB149C-CC63-4E3A-A83D-EF637EB5197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DB94775-7982-41EC-B584-D51224D38F77}"/>
              </a:ext>
            </a:extLst>
          </p:cNvPr>
          <p:cNvSpPr>
            <a:spLocks noGrp="1"/>
          </p:cNvSpPr>
          <p:nvPr>
            <p:ph type="sldNum" sz="quarter" idx="12"/>
          </p:nvPr>
        </p:nvSpPr>
        <p:spPr/>
        <p:txBody>
          <a:bodyPr/>
          <a:lstStyle/>
          <a:p>
            <a:fld id="{C3DB2ADC-AF19-4574-8C10-79B5B04FCA27}" type="slidenum">
              <a:rPr lang="en-US" smtClean="0"/>
              <a:t>‹#›</a:t>
            </a:fld>
            <a:endParaRPr lang="en-US"/>
          </a:p>
        </p:txBody>
      </p:sp>
    </p:spTree>
    <p:extLst>
      <p:ext uri="{BB962C8B-B14F-4D97-AF65-F5344CB8AC3E}">
        <p14:creationId xmlns:p14="http://schemas.microsoft.com/office/powerpoint/2010/main" val="325114174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8CE4BD8-507D-48E4-A624-F16A741C3609}"/>
              </a:ext>
            </a:extLst>
          </p:cNvPr>
          <p:cNvSpPr>
            <a:spLocks noGrp="1"/>
          </p:cNvSpPr>
          <p:nvPr>
            <p:ph type="title"/>
          </p:nvPr>
        </p:nvSpPr>
        <p:spPr>
          <a:xfrm>
            <a:off x="700635" y="922096"/>
            <a:ext cx="10691265" cy="1127930"/>
          </a:xfrm>
        </p:spPr>
        <p:txBody>
          <a:bodyPr/>
          <a:lstStyle/>
          <a:p>
            <a:r>
              <a:rPr lang="en-US" dirty="0"/>
              <a:t>Click to edit Master title style</a:t>
            </a:r>
          </a:p>
        </p:txBody>
      </p:sp>
      <p:sp>
        <p:nvSpPr>
          <p:cNvPr id="3" name="Content Placeholder 2">
            <a:extLst>
              <a:ext uri="{FF2B5EF4-FFF2-40B4-BE49-F238E27FC236}">
                <a16:creationId xmlns:a16="http://schemas.microsoft.com/office/drawing/2014/main" id="{810A07E4-3A39-457C-A059-7DFB6039D947}"/>
              </a:ext>
            </a:extLst>
          </p:cNvPr>
          <p:cNvSpPr>
            <a:spLocks noGrp="1"/>
          </p:cNvSpPr>
          <p:nvPr>
            <p:ph sz="half" idx="1"/>
          </p:nvPr>
        </p:nvSpPr>
        <p:spPr>
          <a:xfrm>
            <a:off x="715383" y="2128684"/>
            <a:ext cx="5304417" cy="3844414"/>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Content Placeholder 3">
            <a:extLst>
              <a:ext uri="{FF2B5EF4-FFF2-40B4-BE49-F238E27FC236}">
                <a16:creationId xmlns:a16="http://schemas.microsoft.com/office/drawing/2014/main" id="{7B141E17-47CE-4A78-B0FA-0E9786DA67C5}"/>
              </a:ext>
            </a:extLst>
          </p:cNvPr>
          <p:cNvSpPr>
            <a:spLocks noGrp="1"/>
          </p:cNvSpPr>
          <p:nvPr>
            <p:ph sz="half" idx="2"/>
          </p:nvPr>
        </p:nvSpPr>
        <p:spPr>
          <a:xfrm>
            <a:off x="6172200" y="2128684"/>
            <a:ext cx="5219700" cy="3844414"/>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Date Placeholder 4">
            <a:extLst>
              <a:ext uri="{FF2B5EF4-FFF2-40B4-BE49-F238E27FC236}">
                <a16:creationId xmlns:a16="http://schemas.microsoft.com/office/drawing/2014/main" id="{89F02C13-D3ED-4044-9716-F29D79A184C9}"/>
              </a:ext>
            </a:extLst>
          </p:cNvPr>
          <p:cNvSpPr>
            <a:spLocks noGrp="1"/>
          </p:cNvSpPr>
          <p:nvPr>
            <p:ph type="dt" sz="half" idx="10"/>
          </p:nvPr>
        </p:nvSpPr>
        <p:spPr/>
        <p:txBody>
          <a:bodyPr/>
          <a:lstStyle/>
          <a:p>
            <a:fld id="{2F3E8B1C-86EF-43CF-8304-249481088644}" type="datetimeFigureOut">
              <a:rPr lang="en-US" smtClean="0"/>
              <a:t>9/29/2026</a:t>
            </a:fld>
            <a:endParaRPr lang="en-US"/>
          </a:p>
        </p:txBody>
      </p:sp>
      <p:sp>
        <p:nvSpPr>
          <p:cNvPr id="6" name="Footer Placeholder 5">
            <a:extLst>
              <a:ext uri="{FF2B5EF4-FFF2-40B4-BE49-F238E27FC236}">
                <a16:creationId xmlns:a16="http://schemas.microsoft.com/office/drawing/2014/main" id="{8AF334AD-FB29-4355-B5CF-85E61B4F3409}"/>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BA5AA154-790C-4774-9C21-8C543E733F26}"/>
              </a:ext>
            </a:extLst>
          </p:cNvPr>
          <p:cNvSpPr>
            <a:spLocks noGrp="1"/>
          </p:cNvSpPr>
          <p:nvPr>
            <p:ph type="sldNum" sz="quarter" idx="12"/>
          </p:nvPr>
        </p:nvSpPr>
        <p:spPr/>
        <p:txBody>
          <a:bodyPr/>
          <a:lstStyle/>
          <a:p>
            <a:fld id="{C3DB2ADC-AF19-4574-8C10-79B5B04FCA27}" type="slidenum">
              <a:rPr lang="en-US" smtClean="0"/>
              <a:t>‹#›</a:t>
            </a:fld>
            <a:endParaRPr lang="en-US"/>
          </a:p>
        </p:txBody>
      </p:sp>
    </p:spTree>
    <p:extLst>
      <p:ext uri="{BB962C8B-B14F-4D97-AF65-F5344CB8AC3E}">
        <p14:creationId xmlns:p14="http://schemas.microsoft.com/office/powerpoint/2010/main" val="379925618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E07DD35-7673-4F88-86B0-634883B5E345}"/>
              </a:ext>
            </a:extLst>
          </p:cNvPr>
          <p:cNvSpPr>
            <a:spLocks noGrp="1"/>
          </p:cNvSpPr>
          <p:nvPr>
            <p:ph type="title"/>
          </p:nvPr>
        </p:nvSpPr>
        <p:spPr>
          <a:xfrm>
            <a:off x="685887" y="929148"/>
            <a:ext cx="10640005" cy="761540"/>
          </a:xfrm>
        </p:spPr>
        <p:txBody>
          <a:bodyPr/>
          <a:lstStyle/>
          <a:p>
            <a:r>
              <a:rPr lang="en-US" dirty="0"/>
              <a:t>Click to edit Master title style</a:t>
            </a:r>
          </a:p>
        </p:txBody>
      </p:sp>
      <p:sp>
        <p:nvSpPr>
          <p:cNvPr id="3" name="Text Placeholder 2">
            <a:extLst>
              <a:ext uri="{FF2B5EF4-FFF2-40B4-BE49-F238E27FC236}">
                <a16:creationId xmlns:a16="http://schemas.microsoft.com/office/drawing/2014/main" id="{5EC820D7-3E0B-47C6-A583-C4C839C5AF03}"/>
              </a:ext>
            </a:extLst>
          </p:cNvPr>
          <p:cNvSpPr>
            <a:spLocks noGrp="1"/>
          </p:cNvSpPr>
          <p:nvPr>
            <p:ph type="body" idx="1"/>
          </p:nvPr>
        </p:nvSpPr>
        <p:spPr>
          <a:xfrm>
            <a:off x="715384" y="1681163"/>
            <a:ext cx="5282192" cy="657225"/>
          </a:xfrm>
        </p:spPr>
        <p:txBody>
          <a:bodyPr anchor="b">
            <a:normAutofit/>
          </a:bodyPr>
          <a:lstStyle>
            <a:lvl1pPr marL="0" indent="0">
              <a:buNone/>
              <a:defRPr sz="1600" b="1">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4" name="Content Placeholder 3">
            <a:extLst>
              <a:ext uri="{FF2B5EF4-FFF2-40B4-BE49-F238E27FC236}">
                <a16:creationId xmlns:a16="http://schemas.microsoft.com/office/drawing/2014/main" id="{6A839A7B-97D5-400F-B802-A0FF28FE9F15}"/>
              </a:ext>
            </a:extLst>
          </p:cNvPr>
          <p:cNvSpPr>
            <a:spLocks noGrp="1"/>
          </p:cNvSpPr>
          <p:nvPr>
            <p:ph sz="half" idx="2"/>
          </p:nvPr>
        </p:nvSpPr>
        <p:spPr>
          <a:xfrm>
            <a:off x="715384" y="2505075"/>
            <a:ext cx="5282192" cy="3423777"/>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Text Placeholder 4">
            <a:extLst>
              <a:ext uri="{FF2B5EF4-FFF2-40B4-BE49-F238E27FC236}">
                <a16:creationId xmlns:a16="http://schemas.microsoft.com/office/drawing/2014/main" id="{C2E0ECA2-DBF1-4681-9DFA-93AFD1B371DB}"/>
              </a:ext>
            </a:extLst>
          </p:cNvPr>
          <p:cNvSpPr>
            <a:spLocks noGrp="1"/>
          </p:cNvSpPr>
          <p:nvPr>
            <p:ph type="body" sz="quarter" idx="3"/>
          </p:nvPr>
        </p:nvSpPr>
        <p:spPr>
          <a:xfrm>
            <a:off x="6172200" y="1681163"/>
            <a:ext cx="5183188" cy="657225"/>
          </a:xfrm>
        </p:spPr>
        <p:txBody>
          <a:bodyPr anchor="b">
            <a:normAutofit/>
          </a:bodyPr>
          <a:lstStyle>
            <a:lvl1pPr marL="0" indent="0">
              <a:buNone/>
              <a:defRPr sz="1600" b="1">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6" name="Content Placeholder 5">
            <a:extLst>
              <a:ext uri="{FF2B5EF4-FFF2-40B4-BE49-F238E27FC236}">
                <a16:creationId xmlns:a16="http://schemas.microsoft.com/office/drawing/2014/main" id="{390EBBBB-517F-4ED7-9E51-CF0F7590B4D4}"/>
              </a:ext>
            </a:extLst>
          </p:cNvPr>
          <p:cNvSpPr>
            <a:spLocks noGrp="1"/>
          </p:cNvSpPr>
          <p:nvPr>
            <p:ph sz="quarter" idx="4"/>
          </p:nvPr>
        </p:nvSpPr>
        <p:spPr>
          <a:xfrm>
            <a:off x="6172200" y="2505075"/>
            <a:ext cx="5183188" cy="342377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2511B5C7-1E37-478F-B4B0-C7202FFE41B9}"/>
              </a:ext>
            </a:extLst>
          </p:cNvPr>
          <p:cNvSpPr>
            <a:spLocks noGrp="1"/>
          </p:cNvSpPr>
          <p:nvPr>
            <p:ph type="dt" sz="half" idx="10"/>
          </p:nvPr>
        </p:nvSpPr>
        <p:spPr/>
        <p:txBody>
          <a:bodyPr/>
          <a:lstStyle/>
          <a:p>
            <a:fld id="{2F3E8B1C-86EF-43CF-8304-249481088644}" type="datetimeFigureOut">
              <a:rPr lang="en-US" smtClean="0"/>
              <a:t>9/29/2026</a:t>
            </a:fld>
            <a:endParaRPr lang="en-US"/>
          </a:p>
        </p:txBody>
      </p:sp>
      <p:sp>
        <p:nvSpPr>
          <p:cNvPr id="8" name="Footer Placeholder 7">
            <a:extLst>
              <a:ext uri="{FF2B5EF4-FFF2-40B4-BE49-F238E27FC236}">
                <a16:creationId xmlns:a16="http://schemas.microsoft.com/office/drawing/2014/main" id="{9153F7EF-507C-4CB3-86C5-8B34FFFC1D86}"/>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58E3DEA6-E4EB-4C2A-8B4F-55EC965B6219}"/>
              </a:ext>
            </a:extLst>
          </p:cNvPr>
          <p:cNvSpPr>
            <a:spLocks noGrp="1"/>
          </p:cNvSpPr>
          <p:nvPr>
            <p:ph type="sldNum" sz="quarter" idx="12"/>
          </p:nvPr>
        </p:nvSpPr>
        <p:spPr/>
        <p:txBody>
          <a:bodyPr/>
          <a:lstStyle/>
          <a:p>
            <a:fld id="{C3DB2ADC-AF19-4574-8C10-79B5B04FCA27}" type="slidenum">
              <a:rPr lang="en-US" smtClean="0"/>
              <a:t>‹#›</a:t>
            </a:fld>
            <a:endParaRPr lang="en-US"/>
          </a:p>
        </p:txBody>
      </p:sp>
    </p:spTree>
    <p:extLst>
      <p:ext uri="{BB962C8B-B14F-4D97-AF65-F5344CB8AC3E}">
        <p14:creationId xmlns:p14="http://schemas.microsoft.com/office/powerpoint/2010/main" val="267398850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032964-A933-4B98-A141-A4B316DAFA9F}"/>
              </a:ext>
            </a:extLst>
          </p:cNvPr>
          <p:cNvSpPr>
            <a:spLocks noGrp="1"/>
          </p:cNvSpPr>
          <p:nvPr>
            <p:ph type="title"/>
          </p:nvPr>
        </p:nvSpPr>
        <p:spPr/>
        <p:txBody>
          <a:bodyPr/>
          <a:lstStyle/>
          <a:p>
            <a:r>
              <a:rPr lang="en-US" dirty="0"/>
              <a:t>Click to edit Master title style</a:t>
            </a:r>
          </a:p>
        </p:txBody>
      </p:sp>
      <p:sp>
        <p:nvSpPr>
          <p:cNvPr id="3" name="Date Placeholder 2">
            <a:extLst>
              <a:ext uri="{FF2B5EF4-FFF2-40B4-BE49-F238E27FC236}">
                <a16:creationId xmlns:a16="http://schemas.microsoft.com/office/drawing/2014/main" id="{5D684C9D-23DA-42B0-9DD3-7592F72E8DC9}"/>
              </a:ext>
            </a:extLst>
          </p:cNvPr>
          <p:cNvSpPr>
            <a:spLocks noGrp="1"/>
          </p:cNvSpPr>
          <p:nvPr>
            <p:ph type="dt" sz="half" idx="10"/>
          </p:nvPr>
        </p:nvSpPr>
        <p:spPr/>
        <p:txBody>
          <a:bodyPr/>
          <a:lstStyle/>
          <a:p>
            <a:fld id="{2F3E8B1C-86EF-43CF-8304-249481088644}" type="datetimeFigureOut">
              <a:rPr lang="en-US" smtClean="0"/>
              <a:t>9/29/2026</a:t>
            </a:fld>
            <a:endParaRPr lang="en-US"/>
          </a:p>
        </p:txBody>
      </p:sp>
      <p:sp>
        <p:nvSpPr>
          <p:cNvPr id="4" name="Footer Placeholder 3">
            <a:extLst>
              <a:ext uri="{FF2B5EF4-FFF2-40B4-BE49-F238E27FC236}">
                <a16:creationId xmlns:a16="http://schemas.microsoft.com/office/drawing/2014/main" id="{68BF8F05-876F-49D8-AE30-5BB2A91ECD59}"/>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153D20DA-9260-4577-BB51-789570A243AF}"/>
              </a:ext>
            </a:extLst>
          </p:cNvPr>
          <p:cNvSpPr>
            <a:spLocks noGrp="1"/>
          </p:cNvSpPr>
          <p:nvPr>
            <p:ph type="sldNum" sz="quarter" idx="12"/>
          </p:nvPr>
        </p:nvSpPr>
        <p:spPr/>
        <p:txBody>
          <a:bodyPr/>
          <a:lstStyle/>
          <a:p>
            <a:fld id="{C3DB2ADC-AF19-4574-8C10-79B5B04FCA27}" type="slidenum">
              <a:rPr lang="en-US" smtClean="0"/>
              <a:t>‹#›</a:t>
            </a:fld>
            <a:endParaRPr lang="en-US"/>
          </a:p>
        </p:txBody>
      </p:sp>
    </p:spTree>
    <p:extLst>
      <p:ext uri="{BB962C8B-B14F-4D97-AF65-F5344CB8AC3E}">
        <p14:creationId xmlns:p14="http://schemas.microsoft.com/office/powerpoint/2010/main" val="426908231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AD2C1F24-E0A1-45A7-8EF5-92CD9799341C}"/>
              </a:ext>
            </a:extLst>
          </p:cNvPr>
          <p:cNvSpPr>
            <a:spLocks noGrp="1"/>
          </p:cNvSpPr>
          <p:nvPr>
            <p:ph type="dt" sz="half" idx="10"/>
          </p:nvPr>
        </p:nvSpPr>
        <p:spPr/>
        <p:txBody>
          <a:bodyPr/>
          <a:lstStyle/>
          <a:p>
            <a:fld id="{2F3E8B1C-86EF-43CF-8304-249481088644}" type="datetimeFigureOut">
              <a:rPr lang="en-US" smtClean="0"/>
              <a:t>9/29/2026</a:t>
            </a:fld>
            <a:endParaRPr lang="en-US"/>
          </a:p>
        </p:txBody>
      </p:sp>
      <p:sp>
        <p:nvSpPr>
          <p:cNvPr id="3" name="Footer Placeholder 2">
            <a:extLst>
              <a:ext uri="{FF2B5EF4-FFF2-40B4-BE49-F238E27FC236}">
                <a16:creationId xmlns:a16="http://schemas.microsoft.com/office/drawing/2014/main" id="{3E021C19-210E-46B0-9036-5D8AECC9260C}"/>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1A880FEF-487E-44DF-8615-DF2210419602}"/>
              </a:ext>
            </a:extLst>
          </p:cNvPr>
          <p:cNvSpPr>
            <a:spLocks noGrp="1"/>
          </p:cNvSpPr>
          <p:nvPr>
            <p:ph type="sldNum" sz="quarter" idx="12"/>
          </p:nvPr>
        </p:nvSpPr>
        <p:spPr/>
        <p:txBody>
          <a:bodyPr/>
          <a:lstStyle/>
          <a:p>
            <a:fld id="{C3DB2ADC-AF19-4574-8C10-79B5B04FCA27}" type="slidenum">
              <a:rPr lang="en-US" smtClean="0"/>
              <a:t>‹#›</a:t>
            </a:fld>
            <a:endParaRPr lang="en-US"/>
          </a:p>
        </p:txBody>
      </p:sp>
    </p:spTree>
    <p:extLst>
      <p:ext uri="{BB962C8B-B14F-4D97-AF65-F5344CB8AC3E}">
        <p14:creationId xmlns:p14="http://schemas.microsoft.com/office/powerpoint/2010/main" val="428231738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A568EE-74C8-43A6-90BC-2DDD965CF64A}"/>
              </a:ext>
            </a:extLst>
          </p:cNvPr>
          <p:cNvSpPr>
            <a:spLocks noGrp="1"/>
          </p:cNvSpPr>
          <p:nvPr>
            <p:ph type="title"/>
          </p:nvPr>
        </p:nvSpPr>
        <p:spPr>
          <a:xfrm>
            <a:off x="678426" y="781665"/>
            <a:ext cx="4093599" cy="1223452"/>
          </a:xfrm>
        </p:spPr>
        <p:txBody>
          <a:bodyPr anchor="b"/>
          <a:lstStyle>
            <a:lvl1pPr>
              <a:defRPr sz="3200"/>
            </a:lvl1pPr>
          </a:lstStyle>
          <a:p>
            <a:r>
              <a:rPr lang="en-US" dirty="0"/>
              <a:t>Click to edit Master title style</a:t>
            </a:r>
          </a:p>
        </p:txBody>
      </p:sp>
      <p:sp>
        <p:nvSpPr>
          <p:cNvPr id="3" name="Content Placeholder 2">
            <a:extLst>
              <a:ext uri="{FF2B5EF4-FFF2-40B4-BE49-F238E27FC236}">
                <a16:creationId xmlns:a16="http://schemas.microsoft.com/office/drawing/2014/main" id="{971C35AC-CAE3-48CF-A3E4-A075C9FDD71B}"/>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Text Placeholder 3">
            <a:extLst>
              <a:ext uri="{FF2B5EF4-FFF2-40B4-BE49-F238E27FC236}">
                <a16:creationId xmlns:a16="http://schemas.microsoft.com/office/drawing/2014/main" id="{2D9D03EA-5FAD-4609-A2B8-624E426847E3}"/>
              </a:ext>
            </a:extLst>
          </p:cNvPr>
          <p:cNvSpPr>
            <a:spLocks noGrp="1"/>
          </p:cNvSpPr>
          <p:nvPr>
            <p:ph type="body" sz="half" idx="2"/>
          </p:nvPr>
        </p:nvSpPr>
        <p:spPr>
          <a:xfrm>
            <a:off x="688258" y="2315497"/>
            <a:ext cx="4093599" cy="3553491"/>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a:t>
            </a:r>
          </a:p>
        </p:txBody>
      </p:sp>
      <p:sp>
        <p:nvSpPr>
          <p:cNvPr id="5" name="Date Placeholder 4">
            <a:extLst>
              <a:ext uri="{FF2B5EF4-FFF2-40B4-BE49-F238E27FC236}">
                <a16:creationId xmlns:a16="http://schemas.microsoft.com/office/drawing/2014/main" id="{0B58D2EA-2191-4216-B64D-067BDFE12375}"/>
              </a:ext>
            </a:extLst>
          </p:cNvPr>
          <p:cNvSpPr>
            <a:spLocks noGrp="1"/>
          </p:cNvSpPr>
          <p:nvPr>
            <p:ph type="dt" sz="half" idx="10"/>
          </p:nvPr>
        </p:nvSpPr>
        <p:spPr/>
        <p:txBody>
          <a:bodyPr/>
          <a:lstStyle/>
          <a:p>
            <a:fld id="{2F3E8B1C-86EF-43CF-8304-249481088644}" type="datetimeFigureOut">
              <a:rPr lang="en-US" smtClean="0"/>
              <a:t>9/29/2026</a:t>
            </a:fld>
            <a:endParaRPr lang="en-US"/>
          </a:p>
        </p:txBody>
      </p:sp>
      <p:sp>
        <p:nvSpPr>
          <p:cNvPr id="6" name="Footer Placeholder 5">
            <a:extLst>
              <a:ext uri="{FF2B5EF4-FFF2-40B4-BE49-F238E27FC236}">
                <a16:creationId xmlns:a16="http://schemas.microsoft.com/office/drawing/2014/main" id="{78042128-DAB4-481C-BEE6-3523E8E88BAD}"/>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AE50E382-C500-4A4C-A7C6-43860383AB91}"/>
              </a:ext>
            </a:extLst>
          </p:cNvPr>
          <p:cNvSpPr>
            <a:spLocks noGrp="1"/>
          </p:cNvSpPr>
          <p:nvPr>
            <p:ph type="sldNum" sz="quarter" idx="12"/>
          </p:nvPr>
        </p:nvSpPr>
        <p:spPr/>
        <p:txBody>
          <a:bodyPr/>
          <a:lstStyle/>
          <a:p>
            <a:fld id="{C3DB2ADC-AF19-4574-8C10-79B5B04FCA27}" type="slidenum">
              <a:rPr lang="en-US" smtClean="0"/>
              <a:t>‹#›</a:t>
            </a:fld>
            <a:endParaRPr lang="en-US"/>
          </a:p>
        </p:txBody>
      </p:sp>
    </p:spTree>
    <p:extLst>
      <p:ext uri="{BB962C8B-B14F-4D97-AF65-F5344CB8AC3E}">
        <p14:creationId xmlns:p14="http://schemas.microsoft.com/office/powerpoint/2010/main" val="310792591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9FE98B-EACF-4251-A8AF-0D9EDD17C664}"/>
              </a:ext>
            </a:extLst>
          </p:cNvPr>
          <p:cNvSpPr>
            <a:spLocks noGrp="1"/>
          </p:cNvSpPr>
          <p:nvPr>
            <p:ph type="title"/>
          </p:nvPr>
        </p:nvSpPr>
        <p:spPr>
          <a:xfrm>
            <a:off x="683342" y="1066800"/>
            <a:ext cx="4103431" cy="1317523"/>
          </a:xfrm>
        </p:spPr>
        <p:txBody>
          <a:bodyPr anchor="b"/>
          <a:lstStyle>
            <a:lvl1pPr>
              <a:defRPr sz="3200"/>
            </a:lvl1pPr>
          </a:lstStyle>
          <a:p>
            <a:r>
              <a:rPr lang="en-US" dirty="0"/>
              <a:t>Click to edit Master title style</a:t>
            </a:r>
          </a:p>
        </p:txBody>
      </p:sp>
      <p:sp>
        <p:nvSpPr>
          <p:cNvPr id="3" name="Picture Placeholder 2">
            <a:extLst>
              <a:ext uri="{FF2B5EF4-FFF2-40B4-BE49-F238E27FC236}">
                <a16:creationId xmlns:a16="http://schemas.microsoft.com/office/drawing/2014/main" id="{3905F473-761A-4002-AF70-9FF878D0139E}"/>
              </a:ext>
            </a:extLst>
          </p:cNvPr>
          <p:cNvSpPr>
            <a:spLocks noGrp="1"/>
          </p:cNvSpPr>
          <p:nvPr>
            <p:ph type="pic" idx="1"/>
          </p:nvPr>
        </p:nvSpPr>
        <p:spPr>
          <a:xfrm>
            <a:off x="5183188" y="1066800"/>
            <a:ext cx="6172200" cy="479425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dirty="0"/>
          </a:p>
        </p:txBody>
      </p:sp>
      <p:sp>
        <p:nvSpPr>
          <p:cNvPr id="4" name="Text Placeholder 3">
            <a:extLst>
              <a:ext uri="{FF2B5EF4-FFF2-40B4-BE49-F238E27FC236}">
                <a16:creationId xmlns:a16="http://schemas.microsoft.com/office/drawing/2014/main" id="{FA0C2E6A-F834-4540-BB00-E13CB45DC362}"/>
              </a:ext>
            </a:extLst>
          </p:cNvPr>
          <p:cNvSpPr>
            <a:spLocks noGrp="1"/>
          </p:cNvSpPr>
          <p:nvPr>
            <p:ph type="body" sz="half" idx="2"/>
          </p:nvPr>
        </p:nvSpPr>
        <p:spPr>
          <a:xfrm>
            <a:off x="683342" y="2552700"/>
            <a:ext cx="4103431" cy="33162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a:t>
            </a:r>
          </a:p>
        </p:txBody>
      </p:sp>
      <p:sp>
        <p:nvSpPr>
          <p:cNvPr id="5" name="Date Placeholder 4">
            <a:extLst>
              <a:ext uri="{FF2B5EF4-FFF2-40B4-BE49-F238E27FC236}">
                <a16:creationId xmlns:a16="http://schemas.microsoft.com/office/drawing/2014/main" id="{F0C38EAB-AD63-415C-B263-BA1D8FBE3CB0}"/>
              </a:ext>
            </a:extLst>
          </p:cNvPr>
          <p:cNvSpPr>
            <a:spLocks noGrp="1"/>
          </p:cNvSpPr>
          <p:nvPr>
            <p:ph type="dt" sz="half" idx="10"/>
          </p:nvPr>
        </p:nvSpPr>
        <p:spPr/>
        <p:txBody>
          <a:bodyPr/>
          <a:lstStyle/>
          <a:p>
            <a:fld id="{2F3E8B1C-86EF-43CF-8304-249481088644}" type="datetimeFigureOut">
              <a:rPr lang="en-US" smtClean="0"/>
              <a:t>9/29/2026</a:t>
            </a:fld>
            <a:endParaRPr lang="en-US"/>
          </a:p>
        </p:txBody>
      </p:sp>
      <p:sp>
        <p:nvSpPr>
          <p:cNvPr id="6" name="Footer Placeholder 5">
            <a:extLst>
              <a:ext uri="{FF2B5EF4-FFF2-40B4-BE49-F238E27FC236}">
                <a16:creationId xmlns:a16="http://schemas.microsoft.com/office/drawing/2014/main" id="{422E5541-B6DE-45E8-BCFE-0DFC4F574079}"/>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DBB78D45-289B-46AF-8CB9-E6150BEA17ED}"/>
              </a:ext>
            </a:extLst>
          </p:cNvPr>
          <p:cNvSpPr>
            <a:spLocks noGrp="1"/>
          </p:cNvSpPr>
          <p:nvPr>
            <p:ph type="sldNum" sz="quarter" idx="12"/>
          </p:nvPr>
        </p:nvSpPr>
        <p:spPr/>
        <p:txBody>
          <a:bodyPr/>
          <a:lstStyle/>
          <a:p>
            <a:fld id="{C3DB2ADC-AF19-4574-8C10-79B5B04FCA27}" type="slidenum">
              <a:rPr lang="en-US" smtClean="0"/>
              <a:t>‹#›</a:t>
            </a:fld>
            <a:endParaRPr lang="en-US"/>
          </a:p>
        </p:txBody>
      </p:sp>
    </p:spTree>
    <p:extLst>
      <p:ext uri="{BB962C8B-B14F-4D97-AF65-F5344CB8AC3E}">
        <p14:creationId xmlns:p14="http://schemas.microsoft.com/office/powerpoint/2010/main" val="303604750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D6359C1-C098-4BF4-A55D-782F4E606B8A}"/>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3D343C7E-1E8B-4D38-9B81-1AA2A8978EDE}"/>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C8A70B00-53AE-4D3F-91BE-A8D789ED9864}"/>
              </a:ext>
            </a:extLst>
          </p:cNvPr>
          <p:cNvSpPr>
            <a:spLocks noGrp="1"/>
          </p:cNvSpPr>
          <p:nvPr>
            <p:ph type="dt" sz="half" idx="10"/>
          </p:nvPr>
        </p:nvSpPr>
        <p:spPr/>
        <p:txBody>
          <a:bodyPr/>
          <a:lstStyle/>
          <a:p>
            <a:fld id="{2F3E8B1C-86EF-43CF-8304-249481088644}" type="datetimeFigureOut">
              <a:rPr lang="en-US" smtClean="0"/>
              <a:t>9/29/2026</a:t>
            </a:fld>
            <a:endParaRPr lang="en-US"/>
          </a:p>
        </p:txBody>
      </p:sp>
      <p:sp>
        <p:nvSpPr>
          <p:cNvPr id="5" name="Footer Placeholder 4">
            <a:extLst>
              <a:ext uri="{FF2B5EF4-FFF2-40B4-BE49-F238E27FC236}">
                <a16:creationId xmlns:a16="http://schemas.microsoft.com/office/drawing/2014/main" id="{06647FC7-8124-4F70-A849-B6BCC5189CC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47CEBE4-50DC-47DB-B699-CCC024336C9F}"/>
              </a:ext>
            </a:extLst>
          </p:cNvPr>
          <p:cNvSpPr>
            <a:spLocks noGrp="1"/>
          </p:cNvSpPr>
          <p:nvPr>
            <p:ph type="sldNum" sz="quarter" idx="12"/>
          </p:nvPr>
        </p:nvSpPr>
        <p:spPr/>
        <p:txBody>
          <a:bodyPr/>
          <a:lstStyle/>
          <a:p>
            <a:fld id="{C3DB2ADC-AF19-4574-8C10-79B5B04FCA27}" type="slidenum">
              <a:rPr lang="en-US" smtClean="0"/>
              <a:t>‹#›</a:t>
            </a:fld>
            <a:endParaRPr lang="en-US"/>
          </a:p>
        </p:txBody>
      </p:sp>
    </p:spTree>
    <p:extLst>
      <p:ext uri="{BB962C8B-B14F-4D97-AF65-F5344CB8AC3E}">
        <p14:creationId xmlns:p14="http://schemas.microsoft.com/office/powerpoint/2010/main" val="366689712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4B418279-D3B8-4C6A-AB74-9DE377771270}"/>
              </a:ext>
            </a:extLst>
          </p:cNvPr>
          <p:cNvSpPr>
            <a:spLocks noGrp="1"/>
          </p:cNvSpPr>
          <p:nvPr>
            <p:ph type="title" orient="vert"/>
          </p:nvPr>
        </p:nvSpPr>
        <p:spPr>
          <a:xfrm>
            <a:off x="9242322" y="997974"/>
            <a:ext cx="2349043" cy="4984956"/>
          </a:xfrm>
        </p:spPr>
        <p:txBody>
          <a:bodyPr vert="eaVert"/>
          <a:lstStyle/>
          <a:p>
            <a:r>
              <a:rPr lang="en-US" dirty="0"/>
              <a:t>Click to edit Master title style</a:t>
            </a:r>
          </a:p>
        </p:txBody>
      </p:sp>
      <p:sp>
        <p:nvSpPr>
          <p:cNvPr id="3" name="Vertical Text Placeholder 2">
            <a:extLst>
              <a:ext uri="{FF2B5EF4-FFF2-40B4-BE49-F238E27FC236}">
                <a16:creationId xmlns:a16="http://schemas.microsoft.com/office/drawing/2014/main" id="{E28F733C-9309-4197-BACA-207CDC8935C9}"/>
              </a:ext>
            </a:extLst>
          </p:cNvPr>
          <p:cNvSpPr>
            <a:spLocks noGrp="1"/>
          </p:cNvSpPr>
          <p:nvPr>
            <p:ph type="body" orient="vert" idx="1"/>
          </p:nvPr>
        </p:nvSpPr>
        <p:spPr>
          <a:xfrm>
            <a:off x="838200" y="997973"/>
            <a:ext cx="8404122" cy="4984956"/>
          </a:xfrm>
        </p:spPr>
        <p:txBody>
          <a:bodyPr vert="eaVert"/>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56ACD4D0-5BE6-412D-B08B-5DFFD593513E}"/>
              </a:ext>
            </a:extLst>
          </p:cNvPr>
          <p:cNvSpPr>
            <a:spLocks noGrp="1"/>
          </p:cNvSpPr>
          <p:nvPr>
            <p:ph type="dt" sz="half" idx="10"/>
          </p:nvPr>
        </p:nvSpPr>
        <p:spPr/>
        <p:txBody>
          <a:bodyPr/>
          <a:lstStyle/>
          <a:p>
            <a:fld id="{2F3E8B1C-86EF-43CF-8304-249481088644}" type="datetimeFigureOut">
              <a:rPr lang="en-US" smtClean="0"/>
              <a:t>9/29/2026</a:t>
            </a:fld>
            <a:endParaRPr lang="en-US"/>
          </a:p>
        </p:txBody>
      </p:sp>
      <p:sp>
        <p:nvSpPr>
          <p:cNvPr id="5" name="Footer Placeholder 4">
            <a:extLst>
              <a:ext uri="{FF2B5EF4-FFF2-40B4-BE49-F238E27FC236}">
                <a16:creationId xmlns:a16="http://schemas.microsoft.com/office/drawing/2014/main" id="{55021651-B786-4A39-A10F-F5231D0A2C5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4504D2D-9379-40DE-9F45-3004BE54F16B}"/>
              </a:ext>
            </a:extLst>
          </p:cNvPr>
          <p:cNvSpPr>
            <a:spLocks noGrp="1"/>
          </p:cNvSpPr>
          <p:nvPr>
            <p:ph type="sldNum" sz="quarter" idx="12"/>
          </p:nvPr>
        </p:nvSpPr>
        <p:spPr/>
        <p:txBody>
          <a:bodyPr/>
          <a:lstStyle/>
          <a:p>
            <a:fld id="{C3DB2ADC-AF19-4574-8C10-79B5B04FCA27}" type="slidenum">
              <a:rPr lang="en-US" smtClean="0"/>
              <a:t>‹#›</a:t>
            </a:fld>
            <a:endParaRPr lang="en-US"/>
          </a:p>
        </p:txBody>
      </p:sp>
    </p:spTree>
    <p:extLst>
      <p:ext uri="{BB962C8B-B14F-4D97-AF65-F5344CB8AC3E}">
        <p14:creationId xmlns:p14="http://schemas.microsoft.com/office/powerpoint/2010/main" val="156912211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47A362AC-B59F-4AC7-B279-57DDD5336BCA}"/>
              </a:ext>
            </a:extLst>
          </p:cNvPr>
          <p:cNvSpPr>
            <a:spLocks noGrp="1"/>
          </p:cNvSpPr>
          <p:nvPr>
            <p:ph type="title"/>
          </p:nvPr>
        </p:nvSpPr>
        <p:spPr>
          <a:xfrm>
            <a:off x="700635" y="922096"/>
            <a:ext cx="10691265" cy="1371030"/>
          </a:xfrm>
          <a:prstGeom prst="rect">
            <a:avLst/>
          </a:prstGeom>
        </p:spPr>
        <p:txBody>
          <a:bodyPr vert="horz" lIns="91440" tIns="45720" rIns="91440" bIns="45720" rtlCol="0" anchor="t">
            <a:normAutofit/>
          </a:bodyPr>
          <a:lstStyle/>
          <a:p>
            <a:r>
              <a:rPr lang="en-US" dirty="0"/>
              <a:t>Click to edit Master title style</a:t>
            </a:r>
          </a:p>
        </p:txBody>
      </p:sp>
      <p:sp>
        <p:nvSpPr>
          <p:cNvPr id="3" name="Text Placeholder 2">
            <a:extLst>
              <a:ext uri="{FF2B5EF4-FFF2-40B4-BE49-F238E27FC236}">
                <a16:creationId xmlns:a16="http://schemas.microsoft.com/office/drawing/2014/main" id="{0E6042DB-75BD-4EC1-B6D9-8A72EF940CAA}"/>
              </a:ext>
            </a:extLst>
          </p:cNvPr>
          <p:cNvSpPr>
            <a:spLocks noGrp="1"/>
          </p:cNvSpPr>
          <p:nvPr>
            <p:ph type="body" idx="1"/>
          </p:nvPr>
        </p:nvSpPr>
        <p:spPr>
          <a:xfrm>
            <a:off x="700635" y="2293126"/>
            <a:ext cx="10691265" cy="3636088"/>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21DD1378-7C96-4079-B44C-3D86B4657596}"/>
              </a:ext>
            </a:extLst>
          </p:cNvPr>
          <p:cNvSpPr>
            <a:spLocks noGrp="1"/>
          </p:cNvSpPr>
          <p:nvPr>
            <p:ph type="dt" sz="half" idx="2"/>
          </p:nvPr>
        </p:nvSpPr>
        <p:spPr>
          <a:xfrm>
            <a:off x="8369448" y="6356350"/>
            <a:ext cx="2592594" cy="365125"/>
          </a:xfrm>
          <a:prstGeom prst="rect">
            <a:avLst/>
          </a:prstGeom>
        </p:spPr>
        <p:txBody>
          <a:bodyPr vert="horz" lIns="91440" tIns="45720" rIns="91440" bIns="45720" rtlCol="0" anchor="ctr"/>
          <a:lstStyle>
            <a:lvl1pPr algn="r">
              <a:defRPr sz="1050">
                <a:solidFill>
                  <a:schemeClr val="tx1"/>
                </a:solidFill>
                <a:latin typeface="+mj-lt"/>
              </a:defRPr>
            </a:lvl1pPr>
          </a:lstStyle>
          <a:p>
            <a:fld id="{2F3E8B1C-86EF-43CF-8304-249481088644}" type="datetimeFigureOut">
              <a:rPr lang="en-US" smtClean="0"/>
              <a:pPr/>
              <a:t>9/29/2026</a:t>
            </a:fld>
            <a:endParaRPr lang="en-US" dirty="0"/>
          </a:p>
        </p:txBody>
      </p:sp>
      <p:sp>
        <p:nvSpPr>
          <p:cNvPr id="5" name="Footer Placeholder 4">
            <a:extLst>
              <a:ext uri="{FF2B5EF4-FFF2-40B4-BE49-F238E27FC236}">
                <a16:creationId xmlns:a16="http://schemas.microsoft.com/office/drawing/2014/main" id="{D19B6B78-577F-43F5-BAEE-BF72484C9850}"/>
              </a:ext>
            </a:extLst>
          </p:cNvPr>
          <p:cNvSpPr>
            <a:spLocks noGrp="1"/>
          </p:cNvSpPr>
          <p:nvPr>
            <p:ph type="ftr" sz="quarter" idx="3"/>
          </p:nvPr>
        </p:nvSpPr>
        <p:spPr>
          <a:xfrm>
            <a:off x="715383" y="6356350"/>
            <a:ext cx="4539727" cy="365125"/>
          </a:xfrm>
          <a:prstGeom prst="rect">
            <a:avLst/>
          </a:prstGeom>
        </p:spPr>
        <p:txBody>
          <a:bodyPr vert="horz" lIns="91440" tIns="45720" rIns="91440" bIns="45720" rtlCol="0" anchor="ctr"/>
          <a:lstStyle>
            <a:lvl1pPr algn="l">
              <a:defRPr sz="1050">
                <a:solidFill>
                  <a:schemeClr val="tx1"/>
                </a:solidFill>
                <a:latin typeface="+mj-lt"/>
              </a:defRPr>
            </a:lvl1pPr>
          </a:lstStyle>
          <a:p>
            <a:endParaRPr lang="en-US" dirty="0"/>
          </a:p>
        </p:txBody>
      </p:sp>
      <p:sp>
        <p:nvSpPr>
          <p:cNvPr id="6" name="Slide Number Placeholder 5">
            <a:extLst>
              <a:ext uri="{FF2B5EF4-FFF2-40B4-BE49-F238E27FC236}">
                <a16:creationId xmlns:a16="http://schemas.microsoft.com/office/drawing/2014/main" id="{A8CC75B8-AF8F-4D8A-9B3D-D1951A64BADB}"/>
              </a:ext>
            </a:extLst>
          </p:cNvPr>
          <p:cNvSpPr>
            <a:spLocks noGrp="1"/>
          </p:cNvSpPr>
          <p:nvPr>
            <p:ph type="sldNum" sz="quarter" idx="4"/>
          </p:nvPr>
        </p:nvSpPr>
        <p:spPr>
          <a:xfrm>
            <a:off x="10919012" y="6356350"/>
            <a:ext cx="672354" cy="365125"/>
          </a:xfrm>
          <a:prstGeom prst="rect">
            <a:avLst/>
          </a:prstGeom>
        </p:spPr>
        <p:txBody>
          <a:bodyPr vert="horz" lIns="91440" tIns="45720" rIns="91440" bIns="45720" rtlCol="0" anchor="ctr"/>
          <a:lstStyle>
            <a:lvl1pPr algn="r">
              <a:defRPr sz="1800">
                <a:solidFill>
                  <a:schemeClr val="tx1"/>
                </a:solidFill>
              </a:defRPr>
            </a:lvl1pPr>
          </a:lstStyle>
          <a:p>
            <a:fld id="{C3DB2ADC-AF19-4574-8C10-79B5B04FCA27}" type="slidenum">
              <a:rPr lang="en-US" smtClean="0"/>
              <a:pPr/>
              <a:t>‹#›</a:t>
            </a:fld>
            <a:endParaRPr lang="en-US" dirty="0"/>
          </a:p>
        </p:txBody>
      </p:sp>
      <p:cxnSp>
        <p:nvCxnSpPr>
          <p:cNvPr id="7" name="Straight Connector 6">
            <a:extLst>
              <a:ext uri="{FF2B5EF4-FFF2-40B4-BE49-F238E27FC236}">
                <a16:creationId xmlns:a16="http://schemas.microsoft.com/office/drawing/2014/main" id="{F64F9B95-9045-48D2-B9F3-2927E98F54AA}"/>
              </a:ext>
            </a:extLst>
          </p:cNvPr>
          <p:cNvCxnSpPr>
            <a:cxnSpLocks/>
          </p:cNvCxnSpPr>
          <p:nvPr/>
        </p:nvCxnSpPr>
        <p:spPr>
          <a:xfrm>
            <a:off x="800100" y="723900"/>
            <a:ext cx="10591800" cy="0"/>
          </a:xfrm>
          <a:prstGeom prst="line">
            <a:avLst/>
          </a:prstGeom>
          <a:ln w="444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 name="Straight Connector 7">
            <a:extLst>
              <a:ext uri="{FF2B5EF4-FFF2-40B4-BE49-F238E27FC236}">
                <a16:creationId xmlns:a16="http://schemas.microsoft.com/office/drawing/2014/main" id="{085AA86F-6A4D-4BCB-A045-D992CDC2959B}"/>
              </a:ext>
            </a:extLst>
          </p:cNvPr>
          <p:cNvCxnSpPr>
            <a:cxnSpLocks/>
          </p:cNvCxnSpPr>
          <p:nvPr/>
        </p:nvCxnSpPr>
        <p:spPr>
          <a:xfrm>
            <a:off x="800100" y="6142781"/>
            <a:ext cx="10591800"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778564742"/>
      </p:ext>
    </p:extLst>
  </p:cSld>
  <p:clrMap bg1="lt1" tx1="dk1" bg2="lt2" tx2="dk2" accent1="accent1" accent2="accent2" accent3="accent3" accent4="accent4" accent5="accent5" accent6="accent6" hlink="hlink" folHlink="folHlink"/>
  <p:sldLayoutIdLst>
    <p:sldLayoutId id="2147483799" r:id="rId1"/>
    <p:sldLayoutId id="2147483800" r:id="rId2"/>
    <p:sldLayoutId id="2147483801" r:id="rId3"/>
    <p:sldLayoutId id="2147483802" r:id="rId4"/>
    <p:sldLayoutId id="2147483803" r:id="rId5"/>
    <p:sldLayoutId id="2147483797" r:id="rId6"/>
    <p:sldLayoutId id="2147483793" r:id="rId7"/>
    <p:sldLayoutId id="2147483794" r:id="rId8"/>
    <p:sldLayoutId id="2147483795" r:id="rId9"/>
    <p:sldLayoutId id="2147483796" r:id="rId10"/>
    <p:sldLayoutId id="2147483798" r:id="rId11"/>
  </p:sldLayoutIdLst>
  <p:txStyles>
    <p:titleStyle>
      <a:lvl1pPr algn="l" defTabSz="914400" rtl="0" eaLnBrk="1" latinLnBrk="0" hangingPunct="1">
        <a:lnSpc>
          <a:spcPct val="100000"/>
        </a:lnSpc>
        <a:spcBef>
          <a:spcPct val="0"/>
        </a:spcBef>
        <a:buNone/>
        <a:defRPr sz="4000" kern="1200" cap="all" spc="30" baseline="0">
          <a:solidFill>
            <a:schemeClr val="tx1"/>
          </a:solidFill>
          <a:latin typeface="+mj-lt"/>
          <a:ea typeface="+mj-ea"/>
          <a:cs typeface="+mj-cs"/>
        </a:defRPr>
      </a:lvl1pPr>
    </p:titleStyle>
    <p:bodyStyle>
      <a:lvl1pPr marL="228600" indent="-228600" algn="l" defTabSz="914400" rtl="0" eaLnBrk="1" latinLnBrk="0" hangingPunct="1">
        <a:lnSpc>
          <a:spcPct val="120000"/>
        </a:lnSpc>
        <a:spcBef>
          <a:spcPts val="1000"/>
        </a:spcBef>
        <a:buFont typeface="Arial" panose="020B0604020202020204" pitchFamily="34" charset="0"/>
        <a:buChar char="•"/>
        <a:defRPr sz="20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Font typeface="Arial" panose="020B0604020202020204" pitchFamily="34" charset="0"/>
        <a:buChar char="•"/>
        <a:defRPr sz="18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Font typeface="Arial" panose="020B0604020202020204" pitchFamily="34" charset="0"/>
        <a:buChar char="•"/>
        <a:defRPr sz="16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Font typeface="Arial" panose="020B0604020202020204" pitchFamily="34" charset="0"/>
        <a:buChar char="•"/>
        <a:defRPr sz="14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Font typeface="Arial" panose="020B0604020202020204" pitchFamily="34" charset="0"/>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77977495-7045-4BEB-B038-AC19B9064EC1}"/>
              </a:ext>
            </a:extLst>
          </p:cNvPr>
          <p:cNvSpPr>
            <a:spLocks noGrp="1"/>
          </p:cNvSpPr>
          <p:nvPr>
            <p:ph type="title"/>
          </p:nvPr>
        </p:nvSpPr>
        <p:spPr>
          <a:xfrm>
            <a:off x="669852" y="870596"/>
            <a:ext cx="5426148" cy="577205"/>
          </a:xfrm>
        </p:spPr>
        <p:txBody>
          <a:bodyPr vert="horz" lIns="91440" tIns="45720" rIns="91440" bIns="45720" rtlCol="0" anchor="t">
            <a:normAutofit fontScale="90000"/>
          </a:bodyPr>
          <a:lstStyle/>
          <a:p>
            <a:pPr>
              <a:lnSpc>
                <a:spcPct val="90000"/>
              </a:lnSpc>
            </a:pPr>
            <a:r>
              <a:rPr lang="en-US" sz="3400" dirty="0"/>
              <a:t>COVID-19 VULNERABILITY (CCVI)</a:t>
            </a:r>
            <a:br>
              <a:rPr lang="en-US" sz="3400" dirty="0"/>
            </a:br>
            <a:r>
              <a:rPr lang="en-US" sz="3400" dirty="0"/>
              <a:t>City of Chicago Community Areas</a:t>
            </a:r>
            <a:br>
              <a:rPr lang="en-US" sz="3400" dirty="0"/>
            </a:br>
            <a:r>
              <a:rPr lang="en-US" sz="3400" dirty="0"/>
              <a:t>L Lines and Stations</a:t>
            </a:r>
          </a:p>
        </p:txBody>
      </p:sp>
      <p:sp>
        <p:nvSpPr>
          <p:cNvPr id="11" name="TextBox 10">
            <a:extLst>
              <a:ext uri="{FF2B5EF4-FFF2-40B4-BE49-F238E27FC236}">
                <a16:creationId xmlns:a16="http://schemas.microsoft.com/office/drawing/2014/main" id="{3E48FC44-1FA2-4F7A-0A80-59B4E81301D5}"/>
              </a:ext>
            </a:extLst>
          </p:cNvPr>
          <p:cNvSpPr txBox="1"/>
          <p:nvPr/>
        </p:nvSpPr>
        <p:spPr>
          <a:xfrm>
            <a:off x="700331" y="2150000"/>
            <a:ext cx="5700000" cy="2308324"/>
          </a:xfrm>
          <a:prstGeom prst="rect">
            <a:avLst/>
          </a:prstGeom>
          <a:noFill/>
        </p:spPr>
        <p:txBody>
          <a:bodyPr wrap="square">
            <a:spAutoFit/>
          </a:bodyPr>
          <a:lstStyle/>
          <a:p>
            <a:r>
              <a:rPr lang="en-US" sz="1600" i="1" dirty="0">
                <a:latin typeface="Abadi Extra Light" panose="020B0604020202020204" pitchFamily="34" charset="0"/>
              </a:rPr>
              <a:t>Describe the geographic distribution of COVID-19 vulnerability across Chicago. Which parts of the city have the highest and lowest CCVI scores? Use the dropdown list to compare the CCVI category with individual ranks, such as socioeconomic status and essential workers. Which components appear to drive vulnerability in different parts of the city? How well do L lines and stations serve the most vulnerable community areas?</a:t>
            </a:r>
          </a:p>
        </p:txBody>
      </p:sp>
      <p:sp>
        <p:nvSpPr>
          <p:cNvPr id="12" name="TextBox 11">
            <a:extLst>
              <a:ext uri="{FF2B5EF4-FFF2-40B4-BE49-F238E27FC236}">
                <a16:creationId xmlns:a16="http://schemas.microsoft.com/office/drawing/2014/main" id="{87D582C6-CEC0-AFAA-58EF-768E3AC494E0}"/>
              </a:ext>
            </a:extLst>
          </p:cNvPr>
          <p:cNvSpPr txBox="1"/>
          <p:nvPr/>
        </p:nvSpPr>
        <p:spPr>
          <a:xfrm>
            <a:off x="700331" y="5580302"/>
            <a:ext cx="5953561" cy="307777"/>
          </a:xfrm>
          <a:prstGeom prst="rect">
            <a:avLst/>
          </a:prstGeom>
          <a:noFill/>
        </p:spPr>
        <p:txBody>
          <a:bodyPr wrap="square">
            <a:spAutoFit/>
          </a:bodyPr>
          <a:lstStyle/>
          <a:p>
            <a:r>
              <a:rPr lang="en-US" sz="1400" i="1" dirty="0">
                <a:latin typeface="Abadi Extra Light" panose="020B0604020202020204" pitchFamily="34" charset="0"/>
              </a:rPr>
              <a:t>Data sources: City of Chicago Data Portal (CCVI; Community Areas); RTAMS (CTA Rail Lines and Stations).</a:t>
            </a:r>
            <a:endParaRPr lang="en-US" sz="1400" i="1" cap="none" dirty="0">
              <a:latin typeface="Abadi Extra Light" panose="020B0604020202020204" pitchFamily="34" charset="0"/>
            </a:endParaRPr>
          </a:p>
        </p:txBody>
      </p:sp>
      <p:sp>
        <p:nvSpPr>
          <p:cNvPr id="3" name="Placeholder 1"/>
          <p:cNvSpPr/>
          <p:nvPr/>
        </p:nvSpPr>
        <p:spPr>
          <a:xfrm>
            <a:off x="6735536" y="1698171"/>
            <a:ext cx="4302578" cy="3788229"/>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Insert custom CCVI map (Figure 1)</a:t>
            </a:r>
            <a:br>
              <a:rPr lang="en-US" dirty="0"/>
            </a:br>
            <a:r>
              <a:rPr lang="en-US" dirty="0"/>
              <a:t>created in step #2 of exercise.</a:t>
            </a:r>
          </a:p>
        </p:txBody>
      </p:sp>
      <p:sp>
        <p:nvSpPr>
          <p:cNvPr id="20" name="Footer Placeholder 19"/>
          <p:cNvSpPr>
            <a:spLocks noGrp="1"/>
          </p:cNvSpPr>
          <p:nvPr>
            <p:ph type="ftr" sz="quarter" idx="11"/>
          </p:nvPr>
        </p:nvSpPr>
        <p:spPr>
          <a:xfrm>
            <a:off x="715383" y="6230000"/>
            <a:ext cx="10095603" cy="365125"/>
          </a:xfrm>
        </p:spPr>
        <p:txBody>
          <a:bodyPr/>
          <a:lstStyle/>
          <a:p>
            <a:r>
              <a:rPr lang="en-US" sz="1050" dirty="0"/>
              <a:t>Sustainable Urban Transportation Exercise #3  |  Autumn 2026  |  DePaul University  |  C. Scott Smith, PhD AICP</a:t>
            </a:r>
          </a:p>
        </p:txBody>
      </p:sp>
      <p:sp>
        <p:nvSpPr>
          <p:cNvPr id="21" name="Slide Number Placeholder 20"/>
          <p:cNvSpPr>
            <a:spLocks noGrp="1"/>
          </p:cNvSpPr>
          <p:nvPr>
            <p:ph type="sldNum" sz="quarter" idx="12"/>
          </p:nvPr>
        </p:nvSpPr>
        <p:spPr>
          <a:xfrm>
            <a:off x="10810986" y="6230000"/>
            <a:ext cx="672354" cy="365125"/>
          </a:xfrm>
        </p:spPr>
        <p:txBody>
          <a:bodyPr/>
          <a:lstStyle/>
          <a:p>
            <a:fld id="{C3DB2ADC-AF19-4574-8C10-79B5B04FCA27}" type="slidenum">
              <a:rPr lang="en-US" sz="1050"/>
              <a:t>1</a:t>
            </a:fld>
            <a:endParaRPr lang="en-US" sz="1050"/>
          </a:p>
        </p:txBody>
      </p:sp>
    </p:spTree>
    <p:extLst>
      <p:ext uri="{BB962C8B-B14F-4D97-AF65-F5344CB8AC3E}">
        <p14:creationId xmlns:p14="http://schemas.microsoft.com/office/powerpoint/2010/main" val="319656708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77977495-7045-4BEB-B038-AC19B9064EC1}"/>
              </a:ext>
            </a:extLst>
          </p:cNvPr>
          <p:cNvSpPr>
            <a:spLocks noGrp="1"/>
          </p:cNvSpPr>
          <p:nvPr>
            <p:ph type="title"/>
          </p:nvPr>
        </p:nvSpPr>
        <p:spPr>
          <a:xfrm>
            <a:off x="669852" y="870596"/>
            <a:ext cx="5426148" cy="577205"/>
          </a:xfrm>
        </p:spPr>
        <p:txBody>
          <a:bodyPr vert="horz" lIns="91440" tIns="45720" rIns="91440" bIns="45720" rtlCol="0" anchor="t">
            <a:normAutofit fontScale="90000"/>
          </a:bodyPr>
          <a:lstStyle/>
          <a:p>
            <a:pPr>
              <a:lnSpc>
                <a:spcPct val="90000"/>
              </a:lnSpc>
            </a:pPr>
            <a:r>
              <a:rPr lang="en-US" sz="3400" dirty="0"/>
              <a:t>COVID-19 CASES</a:t>
            </a:r>
            <a:br>
              <a:rPr lang="en-US" sz="3400" dirty="0"/>
            </a:br>
            <a:r>
              <a:rPr lang="en-US" sz="3400" dirty="0"/>
              <a:t>City of Chicago</a:t>
            </a:r>
            <a:br>
              <a:rPr lang="en-US" sz="3400" dirty="0"/>
            </a:br>
            <a:r>
              <a:rPr lang="en-US" sz="3400" dirty="0"/>
              <a:t>2020-2024</a:t>
            </a:r>
          </a:p>
        </p:txBody>
      </p:sp>
      <p:sp>
        <p:nvSpPr>
          <p:cNvPr id="11" name="TextBox 10">
            <a:extLst>
              <a:ext uri="{FF2B5EF4-FFF2-40B4-BE49-F238E27FC236}">
                <a16:creationId xmlns:a16="http://schemas.microsoft.com/office/drawing/2014/main" id="{3E48FC44-1FA2-4F7A-0A80-59B4E81301D5}"/>
              </a:ext>
            </a:extLst>
          </p:cNvPr>
          <p:cNvSpPr txBox="1"/>
          <p:nvPr/>
        </p:nvSpPr>
        <p:spPr>
          <a:xfrm>
            <a:off x="700331" y="2150000"/>
            <a:ext cx="5700000" cy="1815882"/>
          </a:xfrm>
          <a:prstGeom prst="rect">
            <a:avLst/>
          </a:prstGeom>
          <a:noFill/>
        </p:spPr>
        <p:txBody>
          <a:bodyPr wrap="square">
            <a:spAutoFit/>
          </a:bodyPr>
          <a:lstStyle/>
          <a:p>
            <a:r>
              <a:rPr lang="en-US" sz="1600" i="1" dirty="0">
                <a:latin typeface="Abadi Extra Light" panose="020B0604020202020204" pitchFamily="34" charset="0"/>
              </a:rPr>
              <a:t>Compare COVID-19 cases with the ridership plots in slide 2 and identify the major waves of the pandemic. Did ridership dip during each wave, or did it continue to recover regardless of case counts? What does this suggest about the role of health risk compared with other factors, such as remote work, in shaping transit ridership?</a:t>
            </a:r>
          </a:p>
        </p:txBody>
      </p:sp>
      <p:sp>
        <p:nvSpPr>
          <p:cNvPr id="12" name="TextBox 11">
            <a:extLst>
              <a:ext uri="{FF2B5EF4-FFF2-40B4-BE49-F238E27FC236}">
                <a16:creationId xmlns:a16="http://schemas.microsoft.com/office/drawing/2014/main" id="{87D582C6-CEC0-AFAA-58EF-768E3AC494E0}"/>
              </a:ext>
            </a:extLst>
          </p:cNvPr>
          <p:cNvSpPr txBox="1"/>
          <p:nvPr/>
        </p:nvSpPr>
        <p:spPr>
          <a:xfrm>
            <a:off x="700331" y="5580302"/>
            <a:ext cx="5953561" cy="307777"/>
          </a:xfrm>
          <a:prstGeom prst="rect">
            <a:avLst/>
          </a:prstGeom>
          <a:noFill/>
        </p:spPr>
        <p:txBody>
          <a:bodyPr wrap="square">
            <a:spAutoFit/>
          </a:bodyPr>
          <a:lstStyle/>
          <a:p>
            <a:r>
              <a:rPr lang="en-US" sz="1400" i="1" dirty="0">
                <a:latin typeface="Abadi Extra Light" panose="020B0604020202020204" pitchFamily="34" charset="0"/>
              </a:rPr>
              <a:t>Data sources: City of Chicago Data Portal (COVID-19 Daily Cases, Deaths, and Hospitalizations); RTAMS (CTA Ridership).</a:t>
            </a:r>
            <a:endParaRPr lang="en-US" sz="1400" i="1" cap="none" dirty="0">
              <a:latin typeface="Abadi Extra Light" panose="020B0604020202020204" pitchFamily="34" charset="0"/>
            </a:endParaRPr>
          </a:p>
        </p:txBody>
      </p:sp>
      <p:sp>
        <p:nvSpPr>
          <p:cNvPr id="3" name="Placeholder 1"/>
          <p:cNvSpPr/>
          <p:nvPr/>
        </p:nvSpPr>
        <p:spPr>
          <a:xfrm>
            <a:off x="6735536" y="1698171"/>
            <a:ext cx="4302578" cy="3788229"/>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Insert custom COVID-19 cases plot (Figure 4)</a:t>
            </a:r>
            <a:br>
              <a:rPr lang="en-US" dirty="0"/>
            </a:br>
            <a:r>
              <a:rPr lang="en-US" dirty="0"/>
              <a:t>created in step #3 of exercise.</a:t>
            </a:r>
          </a:p>
        </p:txBody>
      </p:sp>
      <p:sp>
        <p:nvSpPr>
          <p:cNvPr id="20" name="Footer Placeholder 19"/>
          <p:cNvSpPr>
            <a:spLocks noGrp="1"/>
          </p:cNvSpPr>
          <p:nvPr>
            <p:ph type="ftr" sz="quarter" idx="11"/>
          </p:nvPr>
        </p:nvSpPr>
        <p:spPr>
          <a:xfrm>
            <a:off x="715383" y="6230000"/>
            <a:ext cx="10095603" cy="365125"/>
          </a:xfrm>
        </p:spPr>
        <p:txBody>
          <a:bodyPr/>
          <a:lstStyle/>
          <a:p>
            <a:r>
              <a:rPr lang="en-US" sz="1050" dirty="0"/>
              <a:t>Sustainable Urban Transportation Exercise #3  |  Autumn 2026  |  DePaul University  |  C. Scott Smith, PhD AICP</a:t>
            </a:r>
          </a:p>
        </p:txBody>
      </p:sp>
      <p:sp>
        <p:nvSpPr>
          <p:cNvPr id="21" name="Slide Number Placeholder 20"/>
          <p:cNvSpPr>
            <a:spLocks noGrp="1"/>
          </p:cNvSpPr>
          <p:nvPr>
            <p:ph type="sldNum" sz="quarter" idx="12"/>
          </p:nvPr>
        </p:nvSpPr>
        <p:spPr>
          <a:xfrm>
            <a:off x="10810986" y="6230000"/>
            <a:ext cx="672354" cy="365125"/>
          </a:xfrm>
        </p:spPr>
        <p:txBody>
          <a:bodyPr/>
          <a:lstStyle/>
          <a:p>
            <a:fld id="{C3DB2ADC-AF19-4574-8C10-79B5B04FCA27}" type="slidenum">
              <a:rPr lang="en-US" sz="1050"/>
              <a:t>3</a:t>
            </a:fld>
            <a:endParaRPr lang="en-US" sz="1050"/>
          </a:p>
        </p:txBody>
      </p:sp>
    </p:spTree>
    <p:extLst>
      <p:ext uri="{BB962C8B-B14F-4D97-AF65-F5344CB8AC3E}">
        <p14:creationId xmlns:p14="http://schemas.microsoft.com/office/powerpoint/2010/main" val="319656708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77977495-7045-4BEB-B038-AC19B9064EC1}"/>
              </a:ext>
            </a:extLst>
          </p:cNvPr>
          <p:cNvSpPr>
            <a:spLocks noGrp="1"/>
          </p:cNvSpPr>
          <p:nvPr>
            <p:ph type="title"/>
          </p:nvPr>
        </p:nvSpPr>
        <p:spPr>
          <a:xfrm>
            <a:off x="669852" y="870596"/>
            <a:ext cx="5426148" cy="577205"/>
          </a:xfrm>
        </p:spPr>
        <p:txBody>
          <a:bodyPr vert="horz" lIns="91440" tIns="45720" rIns="91440" bIns="45720" rtlCol="0" anchor="t">
            <a:normAutofit fontScale="90000"/>
          </a:bodyPr>
          <a:lstStyle/>
          <a:p>
            <a:pPr>
              <a:lnSpc>
                <a:spcPct val="90000"/>
              </a:lnSpc>
            </a:pPr>
            <a:r>
              <a:rPr lang="en-US" sz="3400" dirty="0"/>
              <a:t>CTA L RIDERSHIP</a:t>
            </a:r>
            <a:br>
              <a:rPr lang="en-US" sz="3400" dirty="0"/>
            </a:br>
            <a:r>
              <a:rPr lang="en-US" sz="3400" dirty="0"/>
              <a:t>Weekday Boardings</a:t>
            </a:r>
            <a:br>
              <a:rPr lang="en-US" sz="3400" dirty="0"/>
            </a:br>
            <a:r>
              <a:rPr lang="en-US" sz="3400" dirty="0"/>
              <a:t>1999-2026</a:t>
            </a:r>
          </a:p>
        </p:txBody>
      </p:sp>
      <p:sp>
        <p:nvSpPr>
          <p:cNvPr id="11" name="TextBox 10">
            <a:extLst>
              <a:ext uri="{FF2B5EF4-FFF2-40B4-BE49-F238E27FC236}">
                <a16:creationId xmlns:a16="http://schemas.microsoft.com/office/drawing/2014/main" id="{3E48FC44-1FA2-4F7A-0A80-59B4E81301D5}"/>
              </a:ext>
            </a:extLst>
          </p:cNvPr>
          <p:cNvSpPr txBox="1"/>
          <p:nvPr/>
        </p:nvSpPr>
        <p:spPr>
          <a:xfrm>
            <a:off x="700331" y="2150000"/>
            <a:ext cx="5700000" cy="1815882"/>
          </a:xfrm>
          <a:prstGeom prst="rect">
            <a:avLst/>
          </a:prstGeom>
          <a:noFill/>
        </p:spPr>
        <p:txBody>
          <a:bodyPr wrap="square">
            <a:spAutoFit/>
          </a:bodyPr>
          <a:lstStyle/>
          <a:p>
            <a:r>
              <a:rPr lang="en-US" sz="1600" i="1" dirty="0">
                <a:latin typeface="Abadi Extra Light" panose="020B0604020202020204" pitchFamily="34" charset="0"/>
              </a:rPr>
              <a:t>Describe long-term trends in L ridership (Figures 2 and 3). How did ridership change in the two decades before the pandemic? How sharply did ridership fall in spring 2020, and how much has it recovered since? Consider how factors such as remote work, service levels, perceptions of safety and changes in mode choice might explain the patterns you observe.</a:t>
            </a:r>
          </a:p>
        </p:txBody>
      </p:sp>
      <p:sp>
        <p:nvSpPr>
          <p:cNvPr id="12" name="TextBox 11">
            <a:extLst>
              <a:ext uri="{FF2B5EF4-FFF2-40B4-BE49-F238E27FC236}">
                <a16:creationId xmlns:a16="http://schemas.microsoft.com/office/drawing/2014/main" id="{87D582C6-CEC0-AFAA-58EF-768E3AC494E0}"/>
              </a:ext>
            </a:extLst>
          </p:cNvPr>
          <p:cNvSpPr txBox="1"/>
          <p:nvPr/>
        </p:nvSpPr>
        <p:spPr>
          <a:xfrm>
            <a:off x="700331" y="5580302"/>
            <a:ext cx="5953561" cy="307777"/>
          </a:xfrm>
          <a:prstGeom prst="rect">
            <a:avLst/>
          </a:prstGeom>
          <a:noFill/>
        </p:spPr>
        <p:txBody>
          <a:bodyPr wrap="square">
            <a:spAutoFit/>
          </a:bodyPr>
          <a:lstStyle/>
          <a:p>
            <a:r>
              <a:rPr lang="en-US" sz="1400" i="1" dirty="0">
                <a:latin typeface="Abadi Extra Light" panose="020B0604020202020204" pitchFamily="34" charset="0"/>
              </a:rPr>
              <a:t>Data sources: RTAMS (CTA Ridership); City of Chicago Data Portal (CTA Daily Boarding Totals).</a:t>
            </a:r>
            <a:endParaRPr lang="en-US" sz="1400" i="1" cap="none" dirty="0">
              <a:latin typeface="Abadi Extra Light" panose="020B0604020202020204" pitchFamily="34" charset="0"/>
            </a:endParaRPr>
          </a:p>
        </p:txBody>
      </p:sp>
      <p:sp>
        <p:nvSpPr>
          <p:cNvPr id="3" name="Placeholder 1"/>
          <p:cNvSpPr/>
          <p:nvPr/>
        </p:nvSpPr>
        <p:spPr>
          <a:xfrm>
            <a:off x="6735536" y="1698171"/>
            <a:ext cx="4302578" cy="1799114"/>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Insert monthly L boardings plot</a:t>
            </a:r>
            <a:br>
              <a:rPr lang="en-US" dirty="0"/>
            </a:br>
            <a:r>
              <a:rPr lang="en-US" dirty="0"/>
              <a:t>(Figure 2)</a:t>
            </a:r>
            <a:br>
              <a:rPr lang="en-US" dirty="0"/>
            </a:br>
            <a:r>
              <a:rPr lang="en-US" dirty="0"/>
              <a:t>available in step #3 of exercise.</a:t>
            </a:r>
          </a:p>
        </p:txBody>
      </p:sp>
      <p:sp>
        <p:nvSpPr>
          <p:cNvPr id="4" name="Placeholder 2"/>
          <p:cNvSpPr/>
          <p:nvPr/>
        </p:nvSpPr>
        <p:spPr>
          <a:xfrm>
            <a:off x="6735536" y="3687285"/>
            <a:ext cx="4302578" cy="1799114"/>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Insert daily L boardings plot</a:t>
            </a:r>
            <a:br>
              <a:rPr lang="en-US" dirty="0"/>
            </a:br>
            <a:r>
              <a:rPr lang="en-US" dirty="0"/>
              <a:t>(Figure 3)</a:t>
            </a:r>
            <a:br>
              <a:rPr lang="en-US" dirty="0"/>
            </a:br>
            <a:r>
              <a:rPr lang="en-US" dirty="0"/>
              <a:t>available in step #3 of exercise.</a:t>
            </a:r>
          </a:p>
        </p:txBody>
      </p:sp>
      <p:sp>
        <p:nvSpPr>
          <p:cNvPr id="20" name="Footer Placeholder 19"/>
          <p:cNvSpPr>
            <a:spLocks noGrp="1"/>
          </p:cNvSpPr>
          <p:nvPr>
            <p:ph type="ftr" sz="quarter" idx="11"/>
          </p:nvPr>
        </p:nvSpPr>
        <p:spPr>
          <a:xfrm>
            <a:off x="715383" y="6230000"/>
            <a:ext cx="10095603" cy="365125"/>
          </a:xfrm>
        </p:spPr>
        <p:txBody>
          <a:bodyPr/>
          <a:lstStyle/>
          <a:p>
            <a:r>
              <a:rPr lang="en-US" sz="1050" dirty="0"/>
              <a:t>Sustainable Urban Transportation Exercise #3  |  Autumn 2026  |  DePaul University  |  C. Scott Smith, PhD AICP</a:t>
            </a:r>
          </a:p>
        </p:txBody>
      </p:sp>
      <p:sp>
        <p:nvSpPr>
          <p:cNvPr id="21" name="Slide Number Placeholder 20"/>
          <p:cNvSpPr>
            <a:spLocks noGrp="1"/>
          </p:cNvSpPr>
          <p:nvPr>
            <p:ph type="sldNum" sz="quarter" idx="12"/>
          </p:nvPr>
        </p:nvSpPr>
        <p:spPr>
          <a:xfrm>
            <a:off x="10810986" y="6230000"/>
            <a:ext cx="672354" cy="365125"/>
          </a:xfrm>
        </p:spPr>
        <p:txBody>
          <a:bodyPr/>
          <a:lstStyle/>
          <a:p>
            <a:fld id="{C3DB2ADC-AF19-4574-8C10-79B5B04FCA27}" type="slidenum">
              <a:rPr lang="en-US" sz="1050"/>
              <a:t>2</a:t>
            </a:fld>
            <a:endParaRPr lang="en-US" sz="1050"/>
          </a:p>
        </p:txBody>
      </p:sp>
    </p:spTree>
    <p:extLst>
      <p:ext uri="{BB962C8B-B14F-4D97-AF65-F5344CB8AC3E}">
        <p14:creationId xmlns:p14="http://schemas.microsoft.com/office/powerpoint/2010/main" val="319656708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77977495-7045-4BEB-B038-AC19B9064EC1}"/>
              </a:ext>
            </a:extLst>
          </p:cNvPr>
          <p:cNvSpPr>
            <a:spLocks noGrp="1"/>
          </p:cNvSpPr>
          <p:nvPr>
            <p:ph type="title"/>
          </p:nvPr>
        </p:nvSpPr>
        <p:spPr>
          <a:xfrm>
            <a:off x="669851" y="870596"/>
            <a:ext cx="6212641" cy="577205"/>
          </a:xfrm>
        </p:spPr>
        <p:txBody>
          <a:bodyPr vert="horz" lIns="91440" tIns="45720" rIns="91440" bIns="45720" rtlCol="0" anchor="t">
            <a:normAutofit fontScale="90000"/>
          </a:bodyPr>
          <a:lstStyle/>
          <a:p>
            <a:pPr>
              <a:lnSpc>
                <a:spcPct val="90000"/>
              </a:lnSpc>
            </a:pPr>
            <a:r>
              <a:rPr lang="en-US" sz="3400" dirty="0"/>
              <a:t>L RIDERSHIP BY CCVI CATEGORY</a:t>
            </a:r>
            <a:br>
              <a:rPr lang="en-US" sz="3400" dirty="0"/>
            </a:br>
            <a:r>
              <a:rPr lang="en-US" sz="3400" dirty="0"/>
              <a:t>Weekday Boardings</a:t>
            </a:r>
            <a:br>
              <a:rPr lang="en-US" sz="3400" dirty="0"/>
            </a:br>
            <a:r>
              <a:rPr lang="en-US" sz="3400" dirty="0"/>
              <a:t>1999-2026</a:t>
            </a:r>
          </a:p>
        </p:txBody>
      </p:sp>
      <p:sp>
        <p:nvSpPr>
          <p:cNvPr id="11" name="TextBox 10">
            <a:extLst>
              <a:ext uri="{FF2B5EF4-FFF2-40B4-BE49-F238E27FC236}">
                <a16:creationId xmlns:a16="http://schemas.microsoft.com/office/drawing/2014/main" id="{3E48FC44-1FA2-4F7A-0A80-59B4E81301D5}"/>
              </a:ext>
            </a:extLst>
          </p:cNvPr>
          <p:cNvSpPr txBox="1"/>
          <p:nvPr/>
        </p:nvSpPr>
        <p:spPr>
          <a:xfrm>
            <a:off x="700331" y="2150000"/>
            <a:ext cx="5700000" cy="2062103"/>
          </a:xfrm>
          <a:prstGeom prst="rect">
            <a:avLst/>
          </a:prstGeom>
          <a:noFill/>
        </p:spPr>
        <p:txBody>
          <a:bodyPr wrap="square">
            <a:spAutoFit/>
          </a:bodyPr>
          <a:lstStyle/>
          <a:p>
            <a:r>
              <a:rPr lang="en-US" sz="1600" i="1" dirty="0">
                <a:latin typeface="Abadi Extra Light" panose="020B0604020202020204" pitchFamily="34" charset="0"/>
              </a:rPr>
              <a:t>Describe how ridership trends differ by CCVI category. Which category accounted for the most boardings before the pandemic? Did ridership fall more steeply, or recover more quickly, at stations in more vulnerable communities? Consider who rides transit in these communities, such as essential workers who could not work from home, and what the differences suggest about transit equity.</a:t>
            </a:r>
          </a:p>
        </p:txBody>
      </p:sp>
      <p:sp>
        <p:nvSpPr>
          <p:cNvPr id="12" name="TextBox 11">
            <a:extLst>
              <a:ext uri="{FF2B5EF4-FFF2-40B4-BE49-F238E27FC236}">
                <a16:creationId xmlns:a16="http://schemas.microsoft.com/office/drawing/2014/main" id="{87D582C6-CEC0-AFAA-58EF-768E3AC494E0}"/>
              </a:ext>
            </a:extLst>
          </p:cNvPr>
          <p:cNvSpPr txBox="1"/>
          <p:nvPr/>
        </p:nvSpPr>
        <p:spPr>
          <a:xfrm>
            <a:off x="700331" y="5580302"/>
            <a:ext cx="5953561" cy="307777"/>
          </a:xfrm>
          <a:prstGeom prst="rect">
            <a:avLst/>
          </a:prstGeom>
          <a:noFill/>
        </p:spPr>
        <p:txBody>
          <a:bodyPr wrap="square">
            <a:spAutoFit/>
          </a:bodyPr>
          <a:lstStyle/>
          <a:p>
            <a:r>
              <a:rPr lang="en-US" sz="1400" i="1" dirty="0">
                <a:latin typeface="Abadi Extra Light" panose="020B0604020202020204" pitchFamily="34" charset="0"/>
              </a:rPr>
              <a:t>Data sources: RTAMS (CTA Ridership; CTA Rail Stations); City of Chicago Data Portal (CCVI).</a:t>
            </a:r>
            <a:endParaRPr lang="en-US" sz="1400" i="1" cap="none" dirty="0">
              <a:latin typeface="Abadi Extra Light" panose="020B0604020202020204" pitchFamily="34" charset="0"/>
            </a:endParaRPr>
          </a:p>
        </p:txBody>
      </p:sp>
      <p:sp>
        <p:nvSpPr>
          <p:cNvPr id="3" name="Placeholder 1"/>
          <p:cNvSpPr/>
          <p:nvPr/>
        </p:nvSpPr>
        <p:spPr>
          <a:xfrm>
            <a:off x="6735536" y="1698171"/>
            <a:ext cx="4302578" cy="3788229"/>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Insert ridership by CCVI category plot (Figure 5)</a:t>
            </a:r>
            <a:br>
              <a:rPr lang="en-US" dirty="0"/>
            </a:br>
            <a:r>
              <a:rPr lang="en-US" dirty="0"/>
              <a:t>available in step #4 of exercise.</a:t>
            </a:r>
          </a:p>
        </p:txBody>
      </p:sp>
      <p:sp>
        <p:nvSpPr>
          <p:cNvPr id="20" name="Footer Placeholder 19"/>
          <p:cNvSpPr>
            <a:spLocks noGrp="1"/>
          </p:cNvSpPr>
          <p:nvPr>
            <p:ph type="ftr" sz="quarter" idx="11"/>
          </p:nvPr>
        </p:nvSpPr>
        <p:spPr>
          <a:xfrm>
            <a:off x="715383" y="6230000"/>
            <a:ext cx="10095603" cy="365125"/>
          </a:xfrm>
        </p:spPr>
        <p:txBody>
          <a:bodyPr/>
          <a:lstStyle/>
          <a:p>
            <a:r>
              <a:rPr lang="en-US" sz="1050" dirty="0"/>
              <a:t>Sustainable Urban Transportation Exercise #3  |  Autumn 2026  |  DePaul University  |  C. Scott Smith, PhD AICP</a:t>
            </a:r>
          </a:p>
        </p:txBody>
      </p:sp>
      <p:sp>
        <p:nvSpPr>
          <p:cNvPr id="21" name="Slide Number Placeholder 20"/>
          <p:cNvSpPr>
            <a:spLocks noGrp="1"/>
          </p:cNvSpPr>
          <p:nvPr>
            <p:ph type="sldNum" sz="quarter" idx="12"/>
          </p:nvPr>
        </p:nvSpPr>
        <p:spPr>
          <a:xfrm>
            <a:off x="10810986" y="6230000"/>
            <a:ext cx="672354" cy="365125"/>
          </a:xfrm>
        </p:spPr>
        <p:txBody>
          <a:bodyPr/>
          <a:lstStyle/>
          <a:p>
            <a:fld id="{C3DB2ADC-AF19-4574-8C10-79B5B04FCA27}" type="slidenum">
              <a:rPr lang="en-US" sz="1050"/>
              <a:t>4</a:t>
            </a:fld>
            <a:endParaRPr lang="en-US" sz="1050"/>
          </a:p>
        </p:txBody>
      </p:sp>
    </p:spTree>
    <p:extLst>
      <p:ext uri="{BB962C8B-B14F-4D97-AF65-F5344CB8AC3E}">
        <p14:creationId xmlns:p14="http://schemas.microsoft.com/office/powerpoint/2010/main" val="319656708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77977495-7045-4BEB-B038-AC19B9064EC1}"/>
              </a:ext>
            </a:extLst>
          </p:cNvPr>
          <p:cNvSpPr>
            <a:spLocks noGrp="1"/>
          </p:cNvSpPr>
          <p:nvPr>
            <p:ph type="title"/>
          </p:nvPr>
        </p:nvSpPr>
        <p:spPr>
          <a:xfrm>
            <a:off x="669852" y="870596"/>
            <a:ext cx="5426148" cy="577205"/>
          </a:xfrm>
        </p:spPr>
        <p:txBody>
          <a:bodyPr vert="horz" lIns="91440" tIns="45720" rIns="91440" bIns="45720" rtlCol="0" anchor="t">
            <a:normAutofit fontScale="90000"/>
          </a:bodyPr>
          <a:lstStyle/>
          <a:p>
            <a:pPr>
              <a:lnSpc>
                <a:spcPct val="90000"/>
              </a:lnSpc>
            </a:pPr>
            <a:r>
              <a:rPr lang="en-US" sz="3400" dirty="0"/>
              <a:t>L RIDERSHIP BY LINE</a:t>
            </a:r>
            <a:br>
              <a:rPr lang="en-US" sz="3400" dirty="0"/>
            </a:br>
            <a:r>
              <a:rPr lang="en-US" sz="3400" dirty="0"/>
              <a:t>[INSERT LINE] and [INSERT LINE] Lines</a:t>
            </a:r>
            <a:br>
              <a:rPr lang="en-US" sz="3400" dirty="0"/>
            </a:br>
            <a:r>
              <a:rPr lang="en-US" sz="3400" dirty="0"/>
              <a:t>1999-2026</a:t>
            </a:r>
          </a:p>
        </p:txBody>
      </p:sp>
      <p:sp>
        <p:nvSpPr>
          <p:cNvPr id="11" name="TextBox 10">
            <a:extLst>
              <a:ext uri="{FF2B5EF4-FFF2-40B4-BE49-F238E27FC236}">
                <a16:creationId xmlns:a16="http://schemas.microsoft.com/office/drawing/2014/main" id="{3E48FC44-1FA2-4F7A-0A80-59B4E81301D5}"/>
              </a:ext>
            </a:extLst>
          </p:cNvPr>
          <p:cNvSpPr txBox="1"/>
          <p:nvPr/>
        </p:nvSpPr>
        <p:spPr>
          <a:xfrm>
            <a:off x="700331" y="2150000"/>
            <a:ext cx="5700000" cy="3200000"/>
          </a:xfrm>
          <a:prstGeom prst="rect">
            <a:avLst/>
          </a:prstGeom>
          <a:noFill/>
        </p:spPr>
        <p:txBody>
          <a:bodyPr wrap="square">
            <a:spAutoFit/>
          </a:bodyPr>
          <a:lstStyle/>
          <a:p>
            <a:r>
              <a:rPr lang="en-US" sz="1600" i="1" dirty="0">
                <a:latin typeface="Abadi Extra Light" panose="020B0604020202020204" pitchFamily="34" charset="0"/>
              </a:rPr>
              <a:t>Compare ridership on the two lines you selected over time. How did each line's ridership change during and after the pandemic? Consider the neighborhoods and destinations each line serves (e.g., downtown, airports, universities) and the CCVI categories of the community areas along each line.</a:t>
            </a:r>
          </a:p>
        </p:txBody>
      </p:sp>
      <p:sp>
        <p:nvSpPr>
          <p:cNvPr id="12" name="TextBox 11">
            <a:extLst>
              <a:ext uri="{FF2B5EF4-FFF2-40B4-BE49-F238E27FC236}">
                <a16:creationId xmlns:a16="http://schemas.microsoft.com/office/drawing/2014/main" id="{87D582C6-CEC0-AFAA-58EF-768E3AC494E0}"/>
              </a:ext>
            </a:extLst>
          </p:cNvPr>
          <p:cNvSpPr txBox="1"/>
          <p:nvPr/>
        </p:nvSpPr>
        <p:spPr>
          <a:xfrm>
            <a:off x="700331" y="5580302"/>
            <a:ext cx="5953561" cy="307777"/>
          </a:xfrm>
          <a:prstGeom prst="rect">
            <a:avLst/>
          </a:prstGeom>
          <a:noFill/>
        </p:spPr>
        <p:txBody>
          <a:bodyPr wrap="square">
            <a:spAutoFit/>
          </a:bodyPr>
          <a:lstStyle/>
          <a:p>
            <a:r>
              <a:rPr lang="en-US" sz="1400" i="1" dirty="0">
                <a:latin typeface="Abadi Extra Light" panose="020B0604020202020204" pitchFamily="34" charset="0"/>
              </a:rPr>
              <a:t>Data sources: RTAMS (CTA Ridership; CTA Rail Stations); City of Chicago Data Portal (CCVI).</a:t>
            </a:r>
            <a:endParaRPr lang="en-US" sz="1400" i="1" cap="none" dirty="0">
              <a:latin typeface="Abadi Extra Light" panose="020B0604020202020204" pitchFamily="34" charset="0"/>
            </a:endParaRPr>
          </a:p>
        </p:txBody>
      </p:sp>
      <p:sp>
        <p:nvSpPr>
          <p:cNvPr id="3" name="Placeholder 1"/>
          <p:cNvSpPr/>
          <p:nvPr/>
        </p:nvSpPr>
        <p:spPr>
          <a:xfrm>
            <a:off x="6735536" y="1698171"/>
            <a:ext cx="4302578" cy="3788229"/>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Insert custom ridership plot for selected lines (Figure 6)</a:t>
            </a:r>
            <a:br>
              <a:rPr lang="en-US" dirty="0"/>
            </a:br>
            <a:r>
              <a:rPr lang="en-US" dirty="0"/>
              <a:t>created in step #4 of exercise.</a:t>
            </a:r>
          </a:p>
        </p:txBody>
      </p:sp>
      <p:sp>
        <p:nvSpPr>
          <p:cNvPr id="20" name="Footer Placeholder 19"/>
          <p:cNvSpPr>
            <a:spLocks noGrp="1"/>
          </p:cNvSpPr>
          <p:nvPr>
            <p:ph type="ftr" sz="quarter" idx="11"/>
          </p:nvPr>
        </p:nvSpPr>
        <p:spPr>
          <a:xfrm>
            <a:off x="715383" y="6230000"/>
            <a:ext cx="10095603" cy="365125"/>
          </a:xfrm>
        </p:spPr>
        <p:txBody>
          <a:bodyPr/>
          <a:lstStyle/>
          <a:p>
            <a:r>
              <a:rPr lang="en-US" sz="1050" dirty="0"/>
              <a:t>Sustainable Urban Transportation Exercise #3  |  Autumn 2026  |  DePaul University  |  C. Scott Smith, PhD AICP</a:t>
            </a:r>
          </a:p>
        </p:txBody>
      </p:sp>
      <p:sp>
        <p:nvSpPr>
          <p:cNvPr id="21" name="Slide Number Placeholder 20"/>
          <p:cNvSpPr>
            <a:spLocks noGrp="1"/>
          </p:cNvSpPr>
          <p:nvPr>
            <p:ph type="sldNum" sz="quarter" idx="12"/>
          </p:nvPr>
        </p:nvSpPr>
        <p:spPr>
          <a:xfrm>
            <a:off x="10810986" y="6230000"/>
            <a:ext cx="672354" cy="365125"/>
          </a:xfrm>
        </p:spPr>
        <p:txBody>
          <a:bodyPr/>
          <a:lstStyle/>
          <a:p>
            <a:fld id="{C3DB2ADC-AF19-4574-8C10-79B5B04FCA27}" type="slidenum">
              <a:rPr lang="en-US" sz="1050"/>
              <a:t>5</a:t>
            </a:fld>
            <a:endParaRPr lang="en-US" sz="1050"/>
          </a:p>
        </p:txBody>
      </p:sp>
    </p:spTree>
    <p:extLst>
      <p:ext uri="{BB962C8B-B14F-4D97-AF65-F5344CB8AC3E}">
        <p14:creationId xmlns:p14="http://schemas.microsoft.com/office/powerpoint/2010/main" val="319656708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77977495-7045-4BEB-B038-AC19B9064EC1}"/>
              </a:ext>
            </a:extLst>
          </p:cNvPr>
          <p:cNvSpPr>
            <a:spLocks noGrp="1"/>
          </p:cNvSpPr>
          <p:nvPr>
            <p:ph type="title"/>
          </p:nvPr>
        </p:nvSpPr>
        <p:spPr>
          <a:xfrm>
            <a:off x="669852" y="870596"/>
            <a:ext cx="5426148" cy="577205"/>
          </a:xfrm>
        </p:spPr>
        <p:txBody>
          <a:bodyPr vert="horz" lIns="91440" tIns="45720" rIns="91440" bIns="45720" rtlCol="0" anchor="t">
            <a:normAutofit fontScale="90000"/>
          </a:bodyPr>
          <a:lstStyle/>
          <a:p>
            <a:pPr>
              <a:lnSpc>
                <a:spcPct val="90000"/>
              </a:lnSpc>
            </a:pPr>
            <a:r>
              <a:rPr lang="en-US" sz="3400" dirty="0"/>
              <a:t>CHANGE IN RIDERSHIP BY STATION</a:t>
            </a:r>
            <a:br>
              <a:rPr lang="en-US" sz="3400" dirty="0"/>
            </a:br>
            <a:r>
              <a:rPr lang="en-US" sz="3400" dirty="0"/>
              <a:t>[INSERT LINE] and [INSERT LINE] Lines</a:t>
            </a:r>
            <a:br>
              <a:rPr lang="en-US" sz="3400" dirty="0"/>
            </a:br>
            <a:r>
              <a:rPr lang="en-US" sz="3400" dirty="0"/>
              <a:t>[MONTH] 2019 to [MONTH YEAR]</a:t>
            </a:r>
          </a:p>
        </p:txBody>
      </p:sp>
      <p:sp>
        <p:nvSpPr>
          <p:cNvPr id="11" name="TextBox 10">
            <a:extLst>
              <a:ext uri="{FF2B5EF4-FFF2-40B4-BE49-F238E27FC236}">
                <a16:creationId xmlns:a16="http://schemas.microsoft.com/office/drawing/2014/main" id="{3E48FC44-1FA2-4F7A-0A80-59B4E81301D5}"/>
              </a:ext>
            </a:extLst>
          </p:cNvPr>
          <p:cNvSpPr txBox="1"/>
          <p:nvPr/>
        </p:nvSpPr>
        <p:spPr>
          <a:xfrm>
            <a:off x="700331" y="2150000"/>
            <a:ext cx="5700000" cy="3200000"/>
          </a:xfrm>
          <a:prstGeom prst="rect">
            <a:avLst/>
          </a:prstGeom>
          <a:noFill/>
        </p:spPr>
        <p:txBody>
          <a:bodyPr wrap="square">
            <a:spAutoFit/>
          </a:bodyPr>
          <a:lstStyle/>
          <a:p>
            <a:r>
              <a:rPr lang="en-US" sz="1600" i="1" dirty="0">
                <a:latin typeface="Abadi Extra Light" panose="020B0604020202020204" pitchFamily="34" charset="0"/>
              </a:rPr>
              <a:t>Describe the geographic pattern of ridership change along the two lines. Which stations have recovered the most and least? Do stations in high-CCVI communities appear to have recovered differently from stations in low-CCVI communities, and what might explain the differences? Consider the land uses around each station, such as downtown offices, residential neighborhoods and major destinations.</a:t>
            </a:r>
          </a:p>
        </p:txBody>
      </p:sp>
      <p:sp>
        <p:nvSpPr>
          <p:cNvPr id="12" name="TextBox 11">
            <a:extLst>
              <a:ext uri="{FF2B5EF4-FFF2-40B4-BE49-F238E27FC236}">
                <a16:creationId xmlns:a16="http://schemas.microsoft.com/office/drawing/2014/main" id="{87D582C6-CEC0-AFAA-58EF-768E3AC494E0}"/>
              </a:ext>
            </a:extLst>
          </p:cNvPr>
          <p:cNvSpPr txBox="1"/>
          <p:nvPr/>
        </p:nvSpPr>
        <p:spPr>
          <a:xfrm>
            <a:off x="700331" y="5580302"/>
            <a:ext cx="5953561" cy="307777"/>
          </a:xfrm>
          <a:prstGeom prst="rect">
            <a:avLst/>
          </a:prstGeom>
          <a:noFill/>
        </p:spPr>
        <p:txBody>
          <a:bodyPr wrap="square">
            <a:spAutoFit/>
          </a:bodyPr>
          <a:lstStyle/>
          <a:p>
            <a:r>
              <a:rPr lang="en-US" sz="1400" i="1" dirty="0">
                <a:latin typeface="Abadi Extra Light" panose="020B0604020202020204" pitchFamily="34" charset="0"/>
              </a:rPr>
              <a:t>Data sources: RTAMS (CTA Ridership; Rail Lines and Stations); City of Chicago Data Portal (CCVI).</a:t>
            </a:r>
            <a:endParaRPr lang="en-US" sz="1400" i="1" cap="none" dirty="0">
              <a:latin typeface="Abadi Extra Light" panose="020B0604020202020204" pitchFamily="34" charset="0"/>
            </a:endParaRPr>
          </a:p>
        </p:txBody>
      </p:sp>
      <p:sp>
        <p:nvSpPr>
          <p:cNvPr id="3" name="Placeholder 1"/>
          <p:cNvSpPr/>
          <p:nvPr/>
        </p:nvSpPr>
        <p:spPr>
          <a:xfrm>
            <a:off x="6735536" y="1698171"/>
            <a:ext cx="4302578" cy="3788229"/>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Insert custom station ridership change map (Figure 7)</a:t>
            </a:r>
            <a:br>
              <a:rPr lang="en-US" dirty="0"/>
            </a:br>
            <a:r>
              <a:rPr lang="en-US" dirty="0"/>
              <a:t>created in step #5 of exercise.</a:t>
            </a:r>
          </a:p>
        </p:txBody>
      </p:sp>
      <p:sp>
        <p:nvSpPr>
          <p:cNvPr id="20" name="Footer Placeholder 19"/>
          <p:cNvSpPr>
            <a:spLocks noGrp="1"/>
          </p:cNvSpPr>
          <p:nvPr>
            <p:ph type="ftr" sz="quarter" idx="11"/>
          </p:nvPr>
        </p:nvSpPr>
        <p:spPr>
          <a:xfrm>
            <a:off x="715383" y="6230000"/>
            <a:ext cx="10095603" cy="365125"/>
          </a:xfrm>
        </p:spPr>
        <p:txBody>
          <a:bodyPr/>
          <a:lstStyle/>
          <a:p>
            <a:r>
              <a:rPr lang="en-US" sz="1050" dirty="0"/>
              <a:t>Sustainable Urban Transportation Exercise #3  |  Autumn 2026  |  DePaul University  |  C. Scott Smith, PhD AICP</a:t>
            </a:r>
          </a:p>
        </p:txBody>
      </p:sp>
      <p:sp>
        <p:nvSpPr>
          <p:cNvPr id="21" name="Slide Number Placeholder 20"/>
          <p:cNvSpPr>
            <a:spLocks noGrp="1"/>
          </p:cNvSpPr>
          <p:nvPr>
            <p:ph type="sldNum" sz="quarter" idx="12"/>
          </p:nvPr>
        </p:nvSpPr>
        <p:spPr>
          <a:xfrm>
            <a:off x="10810986" y="6230000"/>
            <a:ext cx="672354" cy="365125"/>
          </a:xfrm>
        </p:spPr>
        <p:txBody>
          <a:bodyPr/>
          <a:lstStyle/>
          <a:p>
            <a:fld id="{C3DB2ADC-AF19-4574-8C10-79B5B04FCA27}" type="slidenum">
              <a:rPr lang="en-US" sz="1050"/>
              <a:t>6</a:t>
            </a:fld>
            <a:endParaRPr lang="en-US" sz="1050"/>
          </a:p>
        </p:txBody>
      </p:sp>
    </p:spTree>
    <p:extLst>
      <p:ext uri="{BB962C8B-B14F-4D97-AF65-F5344CB8AC3E}">
        <p14:creationId xmlns:p14="http://schemas.microsoft.com/office/powerpoint/2010/main" val="3196567090"/>
      </p:ext>
    </p:extLst>
  </p:cSld>
  <p:clrMapOvr>
    <a:masterClrMapping/>
  </p:clrMapOvr>
</p:sld>
</file>

<file path=ppt/theme/theme1.xml><?xml version="1.0" encoding="utf-8"?>
<a:theme xmlns:a="http://schemas.openxmlformats.org/drawingml/2006/main" name="ChronicleVTI">
  <a:themeElements>
    <a:clrScheme name="Chronicle">
      <a:dk1>
        <a:srgbClr val="000000"/>
      </a:dk1>
      <a:lt1>
        <a:srgbClr val="FFFFFF"/>
      </a:lt1>
      <a:dk2>
        <a:srgbClr val="1C1C32"/>
      </a:dk2>
      <a:lt2>
        <a:srgbClr val="F8F4F1"/>
      </a:lt2>
      <a:accent1>
        <a:srgbClr val="4682B4"/>
      </a:accent1>
      <a:accent2>
        <a:srgbClr val="959EBB"/>
      </a:accent2>
      <a:accent3>
        <a:srgbClr val="596781"/>
      </a:accent3>
      <a:accent4>
        <a:srgbClr val="7F6E8C"/>
      </a:accent4>
      <a:accent5>
        <a:srgbClr val="DB9A8F"/>
      </a:accent5>
      <a:accent6>
        <a:srgbClr val="C29AB1"/>
      </a:accent6>
      <a:hlink>
        <a:srgbClr val="778BA2"/>
      </a:hlink>
      <a:folHlink>
        <a:srgbClr val="A27C99"/>
      </a:folHlink>
    </a:clrScheme>
    <a:fontScheme name="Univers Calisto">
      <a:majorFont>
        <a:latin typeface="Univers Condensed"/>
        <a:ea typeface=""/>
        <a:cs typeface=""/>
      </a:majorFont>
      <a:minorFont>
        <a:latin typeface="Calisto M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ChronicleVTI" id="{508E4D90-5116-4BF0-876B-3F422DD1F65F}" vid="{AA21DC3D-92A8-43A4-8358-ED428371CD55}"/>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C89E2DFAF961F54A84E2255C106EB7C6" ma:contentTypeVersion="14" ma:contentTypeDescription="Create a new document." ma:contentTypeScope="" ma:versionID="37fda1044ea6fcdf3bd16bc3c94ad44f">
  <xsd:schema xmlns:xsd="http://www.w3.org/2001/XMLSchema" xmlns:xs="http://www.w3.org/2001/XMLSchema" xmlns:p="http://schemas.microsoft.com/office/2006/metadata/properties" xmlns:ns3="f1ca5527-4d73-4ce9-b1ce-36fa22ecda61" xmlns:ns4="3dc9000b-820f-4ca7-9747-1e0793ae1595" targetNamespace="http://schemas.microsoft.com/office/2006/metadata/properties" ma:root="true" ma:fieldsID="5af716157f5d25fba0ad372f267ba070" ns3:_="" ns4:_="">
    <xsd:import namespace="f1ca5527-4d73-4ce9-b1ce-36fa22ecda61"/>
    <xsd:import namespace="3dc9000b-820f-4ca7-9747-1e0793ae1595"/>
    <xsd:element name="properties">
      <xsd:complexType>
        <xsd:sequence>
          <xsd:element name="documentManagement">
            <xsd:complexType>
              <xsd:all>
                <xsd:element ref="ns3:MediaServiceMetadata" minOccurs="0"/>
                <xsd:element ref="ns3:MediaServiceFastMetadata" minOccurs="0"/>
                <xsd:element ref="ns4:SharedWithUsers" minOccurs="0"/>
                <xsd:element ref="ns4:SharedWithDetails" minOccurs="0"/>
                <xsd:element ref="ns4:SharingHintHash" minOccurs="0"/>
                <xsd:element ref="ns3:MediaServiceAutoKeyPoints" minOccurs="0"/>
                <xsd:element ref="ns3:MediaServiceKeyPoints" minOccurs="0"/>
                <xsd:element ref="ns3:MediaServiceAutoTags" minOccurs="0"/>
                <xsd:element ref="ns3:MediaServiceOCR" minOccurs="0"/>
                <xsd:element ref="ns3:MediaServiceGenerationTime" minOccurs="0"/>
                <xsd:element ref="ns3:MediaServiceEventHashCode" minOccurs="0"/>
                <xsd:element ref="ns3:MediaServiceDateTaken" minOccurs="0"/>
                <xsd:element ref="ns3:MediaServiceLocation" minOccurs="0"/>
                <xsd:element ref="ns3:MediaLengthInSecond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f1ca5527-4d73-4ce9-b1ce-36fa22ecda61"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KeyPoints" ma:index="13" nillable="true" ma:displayName="MediaServiceAutoKeyPoints" ma:hidden="true" ma:internalName="MediaServiceAutoKeyPoints" ma:readOnly="true">
      <xsd:simpleType>
        <xsd:restriction base="dms:Note"/>
      </xsd:simpleType>
    </xsd:element>
    <xsd:element name="MediaServiceKeyPoints" ma:index="14" nillable="true" ma:displayName="KeyPoints" ma:internalName="MediaServiceKeyPoints" ma:readOnly="true">
      <xsd:simpleType>
        <xsd:restriction base="dms:Note">
          <xsd:maxLength value="255"/>
        </xsd:restriction>
      </xsd:simpleType>
    </xsd:element>
    <xsd:element name="MediaServiceAutoTags" ma:index="15" nillable="true" ma:displayName="Tags" ma:internalName="MediaServiceAutoTags" ma:readOnly="true">
      <xsd:simpleType>
        <xsd:restriction base="dms:Text"/>
      </xsd:simpleType>
    </xsd:element>
    <xsd:element name="MediaServiceOCR" ma:index="16" nillable="true" ma:displayName="Extracted Text" ma:internalName="MediaServiceOCR" ma:readOnly="true">
      <xsd:simpleType>
        <xsd:restriction base="dms:Note">
          <xsd:maxLength value="255"/>
        </xsd:restriction>
      </xsd:simpleType>
    </xsd:element>
    <xsd:element name="MediaServiceGenerationTime" ma:index="17" nillable="true" ma:displayName="MediaServiceGenerationTime" ma:hidden="true" ma:internalName="MediaServiceGenerationTime" ma:readOnly="true">
      <xsd:simpleType>
        <xsd:restriction base="dms:Text"/>
      </xsd:simpleType>
    </xsd:element>
    <xsd:element name="MediaServiceEventHashCode" ma:index="18" nillable="true" ma:displayName="MediaServiceEventHashCode" ma:hidden="true" ma:internalName="MediaServiceEventHashCode" ma:readOnly="true">
      <xsd:simpleType>
        <xsd:restriction base="dms:Text"/>
      </xsd:simpleType>
    </xsd:element>
    <xsd:element name="MediaServiceDateTaken" ma:index="19" nillable="true" ma:displayName="MediaServiceDateTaken" ma:hidden="true" ma:internalName="MediaServiceDateTaken" ma:readOnly="true">
      <xsd:simpleType>
        <xsd:restriction base="dms:Text"/>
      </xsd:simpleType>
    </xsd:element>
    <xsd:element name="MediaServiceLocation" ma:index="20" nillable="true" ma:displayName="Location" ma:internalName="MediaServiceLocation" ma:readOnly="true">
      <xsd:simpleType>
        <xsd:restriction base="dms:Text"/>
      </xsd:simpleType>
    </xsd:element>
    <xsd:element name="MediaLengthInSeconds" ma:index="21" nillable="true" ma:displayName="MediaLengthInSeconds" ma:hidden="true" ma:internalName="MediaLengthInSeconds" ma:readOnly="true">
      <xsd:simpleType>
        <xsd:restriction base="dms:Unknown"/>
      </xsd:simpleType>
    </xsd:element>
  </xsd:schema>
  <xsd:schema xmlns:xsd="http://www.w3.org/2001/XMLSchema" xmlns:xs="http://www.w3.org/2001/XMLSchema" xmlns:dms="http://schemas.microsoft.com/office/2006/documentManagement/types" xmlns:pc="http://schemas.microsoft.com/office/infopath/2007/PartnerControls" targetNamespace="3dc9000b-820f-4ca7-9747-1e0793ae1595" elementFormDefault="qualified">
    <xsd:import namespace="http://schemas.microsoft.com/office/2006/documentManagement/types"/>
    <xsd:import namespace="http://schemas.microsoft.com/office/infopath/2007/PartnerControls"/>
    <xsd:element name="SharedWithUsers" ma:index="10"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1" nillable="true" ma:displayName="Shared With Details" ma:internalName="SharedWithDetails" ma:readOnly="true">
      <xsd:simpleType>
        <xsd:restriction base="dms:Note">
          <xsd:maxLength value="255"/>
        </xsd:restriction>
      </xsd:simpleType>
    </xsd:element>
    <xsd:element name="SharingHintHash" ma:index="12" nillable="true" ma:displayName="Sharing Hint Hash" ma:hidden="true" ma:internalName="SharingHintHash"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E63FC6B2-8F98-4431-99CC-7C9E3804CD6C}">
  <ds:schemaRefs>
    <ds:schemaRef ds:uri="http://schemas.microsoft.com/office/infopath/2007/PartnerControls"/>
    <ds:schemaRef ds:uri="http://purl.org/dc/elements/1.1/"/>
    <ds:schemaRef ds:uri="http://schemas.microsoft.com/office/2006/metadata/properties"/>
    <ds:schemaRef ds:uri="http://purl.org/dc/terms/"/>
    <ds:schemaRef ds:uri="f1ca5527-4d73-4ce9-b1ce-36fa22ecda61"/>
    <ds:schemaRef ds:uri="http://schemas.openxmlformats.org/package/2006/metadata/core-properties"/>
    <ds:schemaRef ds:uri="http://schemas.microsoft.com/office/2006/documentManagement/types"/>
    <ds:schemaRef ds:uri="3dc9000b-820f-4ca7-9747-1e0793ae1595"/>
    <ds:schemaRef ds:uri="http://www.w3.org/XML/1998/namespace"/>
    <ds:schemaRef ds:uri="http://purl.org/dc/dcmitype/"/>
  </ds:schemaRefs>
</ds:datastoreItem>
</file>

<file path=customXml/itemProps2.xml><?xml version="1.0" encoding="utf-8"?>
<ds:datastoreItem xmlns:ds="http://schemas.openxmlformats.org/officeDocument/2006/customXml" ds:itemID="{9F16F009-DBF7-445D-86F2-D269D4D5C9CA}">
  <ds:schemaRefs>
    <ds:schemaRef ds:uri="http://schemas.microsoft.com/sharepoint/v3/contenttype/forms"/>
  </ds:schemaRefs>
</ds:datastoreItem>
</file>

<file path=customXml/itemProps3.xml><?xml version="1.0" encoding="utf-8"?>
<ds:datastoreItem xmlns:ds="http://schemas.openxmlformats.org/officeDocument/2006/customXml" ds:itemID="{E65681D8-D955-4FCC-9752-6E901C9412E5}">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f1ca5527-4d73-4ce9-b1ce-36fa22ecda61"/>
    <ds:schemaRef ds:uri="3dc9000b-820f-4ca7-9747-1e0793ae1595"/>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Retrospect</Template>
  <TotalTime>3693</TotalTime>
  <Words>1231</Words>
  <Application>Microsoft Office PowerPoint</Application>
  <PresentationFormat>Widescreen</PresentationFormat>
  <Paragraphs>50</Paragraphs>
  <Slides>8</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8</vt:i4>
      </vt:variant>
    </vt:vector>
  </HeadingPairs>
  <TitlesOfParts>
    <vt:vector size="13" baseType="lpstr">
      <vt:lpstr>Abadi Extra Light</vt:lpstr>
      <vt:lpstr>Arial</vt:lpstr>
      <vt:lpstr>Calisto MT</vt:lpstr>
      <vt:lpstr>Univers Condensed</vt:lpstr>
      <vt:lpstr>ChronicleVTI</vt:lpstr>
      <vt:lpstr>CUMULATIVE DIVVY TRIPS City of Chicago 2013-2026</vt:lpstr>
      <vt:lpstr>MONTHLY DIVVY TRIPS City of Chicago 2013-2026</vt:lpstr>
      <vt:lpstr>DAILY TRIPS &amp; TRIP DURATION City of Chicago 2013-2026</vt:lpstr>
      <vt:lpstr>DIVVY TRIPS BY COMMUNITY AREA City of Chicago 2013-2026</vt:lpstr>
      <vt:lpstr>COMMUNITY INDICATOR MAP [INSERT INDICATOR] [INDICATOR PERIOD]</vt:lpstr>
      <vt:lpstr>DIVVY TRIPS BY QUINTILE [INSERT INDICATOR] 2013-2026</vt:lpstr>
      <vt:lpstr>AVERAGE TRIP DURATION Selected Community Areas 2013-2026</vt:lpstr>
      <vt:lpstr>MONTHLY DIVVY TRIPS Selected Community Areas 2013-2026</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Exercise #3: L Ridership and COVID-19 Vulnerability</dc:title>
  <dc:creator>Smith, Christopher</dc:creator>
  <cp:lastModifiedBy>Christopher Smith</cp:lastModifiedBy>
  <cp:revision>12</cp:revision>
  <dcterms:created xsi:type="dcterms:W3CDTF">2022-04-04T19:58:17Z</dcterms:created>
  <dcterms:modified xsi:type="dcterms:W3CDTF">2026-09-29T16:11:43Z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0x010100C89E2DFAF961F54A84E2255C106EB7C6</vt:lpwstr>
  </property>
</Properties>
</file>